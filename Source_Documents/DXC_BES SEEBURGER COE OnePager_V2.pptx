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6" r:id="rId5"/>
  </p:sldMasterIdLst>
  <p:notesMasterIdLst>
    <p:notesMasterId r:id="rId7"/>
  </p:notesMasterIdLst>
  <p:handoutMasterIdLst>
    <p:handoutMasterId r:id="rId8"/>
  </p:handoutMasterIdLst>
  <p:sldIdLst>
    <p:sldId id="2134804577" r:id="rId6"/>
  </p:sldIdLst>
  <p:sldSz cx="14630400" cy="8229600"/>
  <p:notesSz cx="6877050" cy="10002838"/>
  <p:defaultTextStyle>
    <a:defPPr>
      <a:defRPr lang="en-US"/>
    </a:defPPr>
    <a:lvl1pPr marL="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146304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" userDrawn="1">
          <p15:clr>
            <a:srgbClr val="A4A3A4"/>
          </p15:clr>
        </p15:guide>
        <p15:guide id="2" orient="horz" pos="2592" userDrawn="1">
          <p15:clr>
            <a:srgbClr val="A4A3A4"/>
          </p15:clr>
        </p15:guide>
        <p15:guide id="3" orient="horz" pos="4512" userDrawn="1">
          <p15:clr>
            <a:srgbClr val="A4A3A4"/>
          </p15:clr>
        </p15:guide>
        <p15:guide id="4" orient="horz" pos="4896" userDrawn="1">
          <p15:clr>
            <a:srgbClr val="A4A3A4"/>
          </p15:clr>
        </p15:guide>
        <p15:guide id="5" pos="7488" userDrawn="1">
          <p15:clr>
            <a:srgbClr val="A4A3A4"/>
          </p15:clr>
        </p15:guide>
        <p15:guide id="6" pos="432" userDrawn="1">
          <p15:clr>
            <a:srgbClr val="A4A3A4"/>
          </p15:clr>
        </p15:guide>
        <p15:guide id="7" pos="3024" userDrawn="1">
          <p15:clr>
            <a:srgbClr val="A4A3A4"/>
          </p15:clr>
        </p15:guide>
        <p15:guide id="8" pos="3312" userDrawn="1">
          <p15:clr>
            <a:srgbClr val="A4A3A4"/>
          </p15:clr>
        </p15:guide>
        <p15:guide id="9" pos="4464" userDrawn="1">
          <p15:clr>
            <a:srgbClr val="A4A3A4"/>
          </p15:clr>
        </p15:guide>
        <p15:guide id="10" pos="4608" userDrawn="1">
          <p15:clr>
            <a:srgbClr val="A4A3A4"/>
          </p15:clr>
        </p15:guide>
        <p15:guide id="11" pos="4752" userDrawn="1">
          <p15:clr>
            <a:srgbClr val="A4A3A4"/>
          </p15:clr>
        </p15:guide>
        <p15:guide id="12" pos="5904" userDrawn="1">
          <p15:clr>
            <a:srgbClr val="A4A3A4"/>
          </p15:clr>
        </p15:guide>
        <p15:guide id="13" pos="6192" userDrawn="1">
          <p15:clr>
            <a:srgbClr val="A4A3A4"/>
          </p15:clr>
        </p15:guide>
        <p15:guide id="14" pos="87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1" userDrawn="1">
          <p15:clr>
            <a:srgbClr val="A4A3A4"/>
          </p15:clr>
        </p15:guide>
        <p15:guide id="2" pos="216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lly, Ellen" initials="KE" lastIdx="2" clrIdx="0">
    <p:extLst>
      <p:ext uri="{19B8F6BF-5375-455C-9EA6-DF929625EA0E}">
        <p15:presenceInfo xmlns:p15="http://schemas.microsoft.com/office/powerpoint/2012/main" userId="S::ekelly22@dxc.com::e934656da22d9ebb" providerId="AD"/>
      </p:ext>
    </p:extLst>
  </p:cmAuthor>
  <p:cmAuthor id="2" name="Hennessey, Thomas J" initials="HTJ" lastIdx="1" clrIdx="1">
    <p:extLst>
      <p:ext uri="{19B8F6BF-5375-455C-9EA6-DF929625EA0E}">
        <p15:presenceInfo xmlns:p15="http://schemas.microsoft.com/office/powerpoint/2012/main" userId="S::thennes2@dxc.com::25ecb183-53a5-4ad7-b9e1-950e868e6694" providerId="AD"/>
      </p:ext>
    </p:extLst>
  </p:cmAuthor>
  <p:cmAuthor id="3" name="Bacheldor, Beth" initials="BB" lastIdx="12" clrIdx="2">
    <p:extLst>
      <p:ext uri="{19B8F6BF-5375-455C-9EA6-DF929625EA0E}">
        <p15:presenceInfo xmlns:p15="http://schemas.microsoft.com/office/powerpoint/2012/main" userId="S::bbacheldor@csc.com::31066301-7584-47a5-9b31-5933597c73b7" providerId="AD"/>
      </p:ext>
    </p:extLst>
  </p:cmAuthor>
  <p:cmAuthor id="4" name="Saira Moini" initials="SM" lastIdx="4" clrIdx="3">
    <p:extLst>
      <p:ext uri="{19B8F6BF-5375-455C-9EA6-DF929625EA0E}">
        <p15:presenceInfo xmlns:p15="http://schemas.microsoft.com/office/powerpoint/2012/main" userId="Saira Moini" providerId="None"/>
      </p:ext>
    </p:extLst>
  </p:cmAuthor>
  <p:cmAuthor id="5" name="Hackett, Fiona" initials="HF" lastIdx="1" clrIdx="4">
    <p:extLst>
      <p:ext uri="{19B8F6BF-5375-455C-9EA6-DF929625EA0E}">
        <p15:presenceInfo xmlns:p15="http://schemas.microsoft.com/office/powerpoint/2012/main" userId="S::fglavey@dxc.com::d225817a-337f-4704-9fa9-56e685ed19a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D9D9D6"/>
    <a:srgbClr val="006975"/>
    <a:srgbClr val="00A3E1"/>
    <a:srgbClr val="00968F"/>
    <a:srgbClr val="6F2C91"/>
    <a:srgbClr val="5F249F"/>
    <a:srgbClr val="702B91"/>
    <a:srgbClr val="5D247A"/>
    <a:srgbClr val="521F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CBFE6A-694E-4D54-A0FE-2B52DD61E475}" v="12" dt="2023-05-10T11:23:51.232"/>
  </p1510:revLst>
</p1510:revInfo>
</file>

<file path=ppt/tableStyles.xml><?xml version="1.0" encoding="utf-8"?>
<a:tblStyleLst xmlns:a="http://schemas.openxmlformats.org/drawingml/2006/main" def="{45BD5076-5073-49C7-9E08-65982F3C9860}">
  <a:tblStyle styleId="{45BD5076-5073-49C7-9E08-65982F3C9860}" styleName="DXC Table">
    <a:wholeTbl>
      <a:tcTxStyle>
        <a:fontRef idx="minor"/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000000"/>
              </a:solidFill>
            </a:ln>
          </a:top>
          <a:bottom>
            <a:ln w="6350">
              <a:solidFill>
                <a:srgbClr val="000000"/>
              </a:solidFill>
            </a:ln>
          </a:bottom>
          <a:insideH>
            <a:ln w="6350">
              <a:solidFill>
                <a:srgbClr val="000000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ajor"/>
        <a:srgbClr val="000000"/>
      </a:tcTxStyle>
      <a:tcStyle>
        <a:tcBdr/>
      </a:tcStyle>
    </a:lastCol>
    <a:firstCol>
      <a:tcTxStyle b="on">
        <a:fontRef idx="major"/>
        <a:srgbClr val="000000"/>
      </a:tcTxStyle>
      <a:tcStyle>
        <a:tcBdr/>
      </a:tcStyle>
    </a:firstCol>
    <a:lastRow>
      <a:tcTxStyle b="on">
        <a:fontRef idx="major"/>
        <a:srgbClr val="000000"/>
      </a:tcTxStyle>
      <a:tcStyle>
        <a:tcBdr>
          <a:top>
            <a:ln w="19050">
              <a:solidFill>
                <a:srgbClr val="000000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 b="on">
        <a:fontRef idx="major"/>
        <a:srgbClr val="000000"/>
      </a:tcTxStyle>
      <a:tcStyle>
        <a:tcBdr>
          <a:top>
            <a:ln>
              <a:noFill/>
            </a:ln>
          </a:top>
          <a:bottom>
            <a:ln w="19050">
              <a:solidFill>
                <a:srgbClr val="000000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12" autoAdjust="0"/>
    <p:restoredTop sz="95220" autoAdjust="0"/>
  </p:normalViewPr>
  <p:slideViewPr>
    <p:cSldViewPr snapToGrid="0" snapToObjects="1" showGuides="1">
      <p:cViewPr varScale="1">
        <p:scale>
          <a:sx n="91" d="100"/>
          <a:sy n="91" d="100"/>
        </p:scale>
        <p:origin x="90" y="324"/>
      </p:cViewPr>
      <p:guideLst>
        <p:guide orient="horz" pos="403"/>
        <p:guide orient="horz" pos="2592"/>
        <p:guide orient="horz" pos="4512"/>
        <p:guide orient="horz" pos="4896"/>
        <p:guide pos="7488"/>
        <p:guide pos="432"/>
        <p:guide pos="3024"/>
        <p:guide pos="3312"/>
        <p:guide pos="4464"/>
        <p:guide pos="4608"/>
        <p:guide pos="4752"/>
        <p:guide pos="5904"/>
        <p:guide pos="6192"/>
        <p:guide pos="87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101" d="100"/>
          <a:sy n="101" d="100"/>
        </p:scale>
        <p:origin x="3924" y="96"/>
      </p:cViewPr>
      <p:guideLst>
        <p:guide orient="horz" pos="3151"/>
        <p:guide pos="216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berzettl, Kai" userId="5bb09f4e-7738-4779-8799-7ae580a762f1" providerId="ADAL" clId="{61CBFE6A-694E-4D54-A0FE-2B52DD61E475}"/>
    <pc:docChg chg="custSel delSld modSld">
      <pc:chgData name="Haberzettl, Kai" userId="5bb09f4e-7738-4779-8799-7ae580a762f1" providerId="ADAL" clId="{61CBFE6A-694E-4D54-A0FE-2B52DD61E475}" dt="2023-05-10T11:20:56.672" v="213" actId="6549"/>
      <pc:docMkLst>
        <pc:docMk/>
      </pc:docMkLst>
      <pc:sldChg chg="del">
        <pc:chgData name="Haberzettl, Kai" userId="5bb09f4e-7738-4779-8799-7ae580a762f1" providerId="ADAL" clId="{61CBFE6A-694E-4D54-A0FE-2B52DD61E475}" dt="2023-05-10T06:10:03.025" v="81" actId="2696"/>
        <pc:sldMkLst>
          <pc:docMk/>
          <pc:sldMk cId="684226042" sldId="2134804576"/>
        </pc:sldMkLst>
      </pc:sldChg>
      <pc:sldChg chg="addSp delSp modSp mod">
        <pc:chgData name="Haberzettl, Kai" userId="5bb09f4e-7738-4779-8799-7ae580a762f1" providerId="ADAL" clId="{61CBFE6A-694E-4D54-A0FE-2B52DD61E475}" dt="2023-05-10T11:20:56.672" v="213" actId="6549"/>
        <pc:sldMkLst>
          <pc:docMk/>
          <pc:sldMk cId="402510032" sldId="2134804577"/>
        </pc:sldMkLst>
        <pc:spChg chg="mod">
          <ac:chgData name="Haberzettl, Kai" userId="5bb09f4e-7738-4779-8799-7ae580a762f1" providerId="ADAL" clId="{61CBFE6A-694E-4D54-A0FE-2B52DD61E475}" dt="2023-05-10T06:38:41.568" v="88" actId="255"/>
          <ac:spMkLst>
            <pc:docMk/>
            <pc:sldMk cId="402510032" sldId="2134804577"/>
            <ac:spMk id="4" creationId="{E8FDBA66-097A-EEF3-F607-80A22354F002}"/>
          </ac:spMkLst>
        </pc:spChg>
        <pc:spChg chg="mod">
          <ac:chgData name="Haberzettl, Kai" userId="5bb09f4e-7738-4779-8799-7ae580a762f1" providerId="ADAL" clId="{61CBFE6A-694E-4D54-A0FE-2B52DD61E475}" dt="2023-05-10T05:53:18.521" v="15" actId="6549"/>
          <ac:spMkLst>
            <pc:docMk/>
            <pc:sldMk cId="402510032" sldId="2134804577"/>
            <ac:spMk id="6" creationId="{65ADDBC3-F11E-FF4A-943D-F9069D8B182A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7" creationId="{0BD73F18-1EA1-BEDE-46F8-7603EA5A6931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8" creationId="{63684591-2287-F702-6968-E64FF296D493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9" creationId="{1C67F797-4E89-FD2A-BFCA-42FD3986EC13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14" creationId="{0782A7B0-472D-2038-248E-CF28DC3AC985}"/>
          </ac:spMkLst>
        </pc:spChg>
        <pc:spChg chg="del">
          <ac:chgData name="Haberzettl, Kai" userId="5bb09f4e-7738-4779-8799-7ae580a762f1" providerId="ADAL" clId="{61CBFE6A-694E-4D54-A0FE-2B52DD61E475}" dt="2023-05-10T05:52:23.641" v="2" actId="478"/>
          <ac:spMkLst>
            <pc:docMk/>
            <pc:sldMk cId="402510032" sldId="2134804577"/>
            <ac:spMk id="15" creationId="{C4C76D4D-57B1-C518-C4E5-80B7C9A6FEE1}"/>
          </ac:spMkLst>
        </pc:spChg>
        <pc:spChg chg="del">
          <ac:chgData name="Haberzettl, Kai" userId="5bb09f4e-7738-4779-8799-7ae580a762f1" providerId="ADAL" clId="{61CBFE6A-694E-4D54-A0FE-2B52DD61E475}" dt="2023-05-10T05:52:19.220" v="1" actId="478"/>
          <ac:spMkLst>
            <pc:docMk/>
            <pc:sldMk cId="402510032" sldId="2134804577"/>
            <ac:spMk id="18" creationId="{EB427624-9AA6-A560-7C52-15201AC414DF}"/>
          </ac:spMkLst>
        </pc:spChg>
        <pc:spChg chg="del">
          <ac:chgData name="Haberzettl, Kai" userId="5bb09f4e-7738-4779-8799-7ae580a762f1" providerId="ADAL" clId="{61CBFE6A-694E-4D54-A0FE-2B52DD61E475}" dt="2023-05-10T05:52:23.641" v="2" actId="478"/>
          <ac:spMkLst>
            <pc:docMk/>
            <pc:sldMk cId="402510032" sldId="2134804577"/>
            <ac:spMk id="19" creationId="{C7305F8E-0AFB-DB53-AF29-6C812A378717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23" creationId="{E2F09CB1-5AF4-262A-8586-90CC05032AB1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24" creationId="{97CA5634-C77A-6252-1090-26F680656DB6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25" creationId="{0640C604-120F-013C-5B6B-CC73DFE62631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26" creationId="{83F0F1DC-8CCC-BA50-C756-9EFC63ACA40C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27" creationId="{ACBB241D-4EB4-C865-5399-77550A9DD5D6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31" creationId="{8978BAFB-A937-B556-5A6D-CF899E979ADA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32" creationId="{6919A58D-0836-0B05-80D0-5BDB107CA74A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33" creationId="{825E605E-29F6-B54C-5901-2E2482FFC8C2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34" creationId="{DA25482D-914C-980F-7E79-96EEA83472BA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35" creationId="{1778B1A7-F3E2-5337-0FBA-EA5434954D05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36" creationId="{30576BCA-7D0A-E1BA-8FA5-50A4458445A0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37" creationId="{5FE2CE70-3C0E-35BF-3F68-B4EE57C8B23B}"/>
          </ac:spMkLst>
        </pc:spChg>
        <pc:spChg chg="mod">
          <ac:chgData name="Haberzettl, Kai" userId="5bb09f4e-7738-4779-8799-7ae580a762f1" providerId="ADAL" clId="{61CBFE6A-694E-4D54-A0FE-2B52DD61E475}" dt="2023-05-10T05:54:37.090" v="16" actId="20577"/>
          <ac:spMkLst>
            <pc:docMk/>
            <pc:sldMk cId="402510032" sldId="2134804577"/>
            <ac:spMk id="39" creationId="{19B32480-63FC-9143-8414-BE821CEFEB57}"/>
          </ac:spMkLst>
        </pc:spChg>
        <pc:spChg chg="mod">
          <ac:chgData name="Haberzettl, Kai" userId="5bb09f4e-7738-4779-8799-7ae580a762f1" providerId="ADAL" clId="{61CBFE6A-694E-4D54-A0FE-2B52DD61E475}" dt="2023-05-10T05:53:09.224" v="9" actId="6549"/>
          <ac:spMkLst>
            <pc:docMk/>
            <pc:sldMk cId="402510032" sldId="2134804577"/>
            <ac:spMk id="45" creationId="{8A4701B7-CAB6-5545-B350-B9E09035A418}"/>
          </ac:spMkLst>
        </pc:spChg>
        <pc:spChg chg="mod">
          <ac:chgData name="Haberzettl, Kai" userId="5bb09f4e-7738-4779-8799-7ae580a762f1" providerId="ADAL" clId="{61CBFE6A-694E-4D54-A0FE-2B52DD61E475}" dt="2023-05-10T06:06:55.572" v="77" actId="14100"/>
          <ac:spMkLst>
            <pc:docMk/>
            <pc:sldMk cId="402510032" sldId="2134804577"/>
            <ac:spMk id="46" creationId="{E47EAF53-EF82-014B-AA30-EBD32BF49285}"/>
          </ac:spMkLst>
        </pc:spChg>
        <pc:spChg chg="mod">
          <ac:chgData name="Haberzettl, Kai" userId="5bb09f4e-7738-4779-8799-7ae580a762f1" providerId="ADAL" clId="{61CBFE6A-694E-4D54-A0FE-2B52DD61E475}" dt="2023-05-10T06:07:01.535" v="78" actId="14100"/>
          <ac:spMkLst>
            <pc:docMk/>
            <pc:sldMk cId="402510032" sldId="2134804577"/>
            <ac:spMk id="48" creationId="{E116C92B-AC41-F542-A697-1C445B50A2BA}"/>
          </ac:spMkLst>
        </pc:spChg>
        <pc:spChg chg="add del mod">
          <ac:chgData name="Haberzettl, Kai" userId="5bb09f4e-7738-4779-8799-7ae580a762f1" providerId="ADAL" clId="{61CBFE6A-694E-4D54-A0FE-2B52DD61E475}" dt="2023-05-10T06:00:15.565" v="50"/>
          <ac:spMkLst>
            <pc:docMk/>
            <pc:sldMk cId="402510032" sldId="2134804577"/>
            <ac:spMk id="52" creationId="{1E4697F1-3697-7322-96F4-B598F2181B0C}"/>
          </ac:spMkLst>
        </pc:spChg>
        <pc:spChg chg="mod">
          <ac:chgData name="Haberzettl, Kai" userId="5bb09f4e-7738-4779-8799-7ae580a762f1" providerId="ADAL" clId="{61CBFE6A-694E-4D54-A0FE-2B52DD61E475}" dt="2023-05-10T06:14:21.544" v="84" actId="20577"/>
          <ac:spMkLst>
            <pc:docMk/>
            <pc:sldMk cId="402510032" sldId="2134804577"/>
            <ac:spMk id="58" creationId="{91BE5684-A03C-9A43-A448-93F727BBA265}"/>
          </ac:spMkLst>
        </pc:spChg>
        <pc:spChg chg="mod">
          <ac:chgData name="Haberzettl, Kai" userId="5bb09f4e-7738-4779-8799-7ae580a762f1" providerId="ADAL" clId="{61CBFE6A-694E-4D54-A0FE-2B52DD61E475}" dt="2023-05-10T05:55:30.910" v="18" actId="255"/>
          <ac:spMkLst>
            <pc:docMk/>
            <pc:sldMk cId="402510032" sldId="2134804577"/>
            <ac:spMk id="59" creationId="{3719235A-C982-E94A-B0C0-2B3438A01754}"/>
          </ac:spMkLst>
        </pc:spChg>
        <pc:spChg chg="mod">
          <ac:chgData name="Haberzettl, Kai" userId="5bb09f4e-7738-4779-8799-7ae580a762f1" providerId="ADAL" clId="{61CBFE6A-694E-4D54-A0FE-2B52DD61E475}" dt="2023-05-10T11:20:56.672" v="213" actId="6549"/>
          <ac:spMkLst>
            <pc:docMk/>
            <pc:sldMk cId="402510032" sldId="2134804577"/>
            <ac:spMk id="60" creationId="{943986BC-6AB4-F144-B309-4E41E538EE6C}"/>
          </ac:spMkLst>
        </pc:spChg>
        <pc:picChg chg="add del mod">
          <ac:chgData name="Haberzettl, Kai" userId="5bb09f4e-7738-4779-8799-7ae580a762f1" providerId="ADAL" clId="{61CBFE6A-694E-4D54-A0FE-2B52DD61E475}" dt="2023-05-10T06:00:09.611" v="48" actId="478"/>
          <ac:picMkLst>
            <pc:docMk/>
            <pc:sldMk cId="402510032" sldId="2134804577"/>
            <ac:picMk id="5" creationId="{03EDC175-08E6-BCF0-354C-B82EE9E5040A}"/>
          </ac:picMkLst>
        </pc:picChg>
        <pc:picChg chg="del">
          <ac:chgData name="Haberzettl, Kai" userId="5bb09f4e-7738-4779-8799-7ae580a762f1" providerId="ADAL" clId="{61CBFE6A-694E-4D54-A0FE-2B52DD61E475}" dt="2023-05-10T05:52:19.220" v="1" actId="478"/>
          <ac:picMkLst>
            <pc:docMk/>
            <pc:sldMk cId="402510032" sldId="2134804577"/>
            <ac:picMk id="12" creationId="{3D425CB3-B557-A238-E63D-72D571B55501}"/>
          </ac:picMkLst>
        </pc:picChg>
        <pc:picChg chg="del">
          <ac:chgData name="Haberzettl, Kai" userId="5bb09f4e-7738-4779-8799-7ae580a762f1" providerId="ADAL" clId="{61CBFE6A-694E-4D54-A0FE-2B52DD61E475}" dt="2023-05-10T05:52:13.471" v="0" actId="478"/>
          <ac:picMkLst>
            <pc:docMk/>
            <pc:sldMk cId="402510032" sldId="2134804577"/>
            <ac:picMk id="16" creationId="{CE39F7C1-D0D4-DA6D-F0CC-B302F0396EB5}"/>
          </ac:picMkLst>
        </pc:picChg>
        <pc:picChg chg="del">
          <ac:chgData name="Haberzettl, Kai" userId="5bb09f4e-7738-4779-8799-7ae580a762f1" providerId="ADAL" clId="{61CBFE6A-694E-4D54-A0FE-2B52DD61E475}" dt="2023-05-10T05:52:23.641" v="2" actId="478"/>
          <ac:picMkLst>
            <pc:docMk/>
            <pc:sldMk cId="402510032" sldId="2134804577"/>
            <ac:picMk id="17" creationId="{2475A95C-8D80-D2F7-0FC6-28737B000143}"/>
          </ac:picMkLst>
        </pc:picChg>
        <pc:picChg chg="add del mod">
          <ac:chgData name="Haberzettl, Kai" userId="5bb09f4e-7738-4779-8799-7ae580a762f1" providerId="ADAL" clId="{61CBFE6A-694E-4D54-A0FE-2B52DD61E475}" dt="2023-05-10T06:00:15.565" v="50"/>
          <ac:picMkLst>
            <pc:docMk/>
            <pc:sldMk cId="402510032" sldId="2134804577"/>
            <ac:picMk id="20" creationId="{E6C38543-8B10-7994-7AE5-1186FA996519}"/>
          </ac:picMkLst>
        </pc:picChg>
        <pc:picChg chg="add del mod">
          <ac:chgData name="Haberzettl, Kai" userId="5bb09f4e-7738-4779-8799-7ae580a762f1" providerId="ADAL" clId="{61CBFE6A-694E-4D54-A0FE-2B52DD61E475}" dt="2023-05-10T06:00:15.565" v="50"/>
          <ac:picMkLst>
            <pc:docMk/>
            <pc:sldMk cId="402510032" sldId="2134804577"/>
            <ac:picMk id="21" creationId="{D08EC9DD-7221-44BC-0643-C3BDF3651F1A}"/>
          </ac:picMkLst>
        </pc:picChg>
        <pc:picChg chg="add del mod">
          <ac:chgData name="Haberzettl, Kai" userId="5bb09f4e-7738-4779-8799-7ae580a762f1" providerId="ADAL" clId="{61CBFE6A-694E-4D54-A0FE-2B52DD61E475}" dt="2023-05-10T06:00:15.565" v="50"/>
          <ac:picMkLst>
            <pc:docMk/>
            <pc:sldMk cId="402510032" sldId="2134804577"/>
            <ac:picMk id="22" creationId="{40AB1B8D-E924-6FB5-369D-73704D3A59A0}"/>
          </ac:picMkLst>
        </pc:picChg>
        <pc:picChg chg="add del mod">
          <ac:chgData name="Haberzettl, Kai" userId="5bb09f4e-7738-4779-8799-7ae580a762f1" providerId="ADAL" clId="{61CBFE6A-694E-4D54-A0FE-2B52DD61E475}" dt="2023-05-10T06:00:15.565" v="50"/>
          <ac:picMkLst>
            <pc:docMk/>
            <pc:sldMk cId="402510032" sldId="2134804577"/>
            <ac:picMk id="28" creationId="{5692AA4C-BBE2-D773-9EFF-90479653A78D}"/>
          </ac:picMkLst>
        </pc:picChg>
        <pc:picChg chg="add del mod">
          <ac:chgData name="Haberzettl, Kai" userId="5bb09f4e-7738-4779-8799-7ae580a762f1" providerId="ADAL" clId="{61CBFE6A-694E-4D54-A0FE-2B52DD61E475}" dt="2023-05-10T06:00:15.565" v="50"/>
          <ac:picMkLst>
            <pc:docMk/>
            <pc:sldMk cId="402510032" sldId="2134804577"/>
            <ac:picMk id="29" creationId="{37DA93F5-0580-550B-E4D9-6F0305AD7106}"/>
          </ac:picMkLst>
        </pc:picChg>
        <pc:picChg chg="add del mod">
          <ac:chgData name="Haberzettl, Kai" userId="5bb09f4e-7738-4779-8799-7ae580a762f1" providerId="ADAL" clId="{61CBFE6A-694E-4D54-A0FE-2B52DD61E475}" dt="2023-05-10T06:00:15.565" v="50"/>
          <ac:picMkLst>
            <pc:docMk/>
            <pc:sldMk cId="402510032" sldId="2134804577"/>
            <ac:picMk id="30" creationId="{395E5BF3-032F-1D15-4AFF-D1777ABB35D1}"/>
          </ac:picMkLst>
        </pc:picChg>
        <pc:picChg chg="add del mod">
          <ac:chgData name="Haberzettl, Kai" userId="5bb09f4e-7738-4779-8799-7ae580a762f1" providerId="ADAL" clId="{61CBFE6A-694E-4D54-A0FE-2B52DD61E475}" dt="2023-05-10T06:00:15.565" v="50"/>
          <ac:picMkLst>
            <pc:docMk/>
            <pc:sldMk cId="402510032" sldId="2134804577"/>
            <ac:picMk id="38" creationId="{72EA026B-0376-469C-9C82-4EC30C207D8B}"/>
          </ac:picMkLst>
        </pc:picChg>
        <pc:picChg chg="add del mod">
          <ac:chgData name="Haberzettl, Kai" userId="5bb09f4e-7738-4779-8799-7ae580a762f1" providerId="ADAL" clId="{61CBFE6A-694E-4D54-A0FE-2B52DD61E475}" dt="2023-05-10T06:00:15.565" v="50"/>
          <ac:picMkLst>
            <pc:docMk/>
            <pc:sldMk cId="402510032" sldId="2134804577"/>
            <ac:picMk id="40" creationId="{19B9D9B6-9716-6451-DD85-2975D864FAAB}"/>
          </ac:picMkLst>
        </pc:picChg>
        <pc:picChg chg="add del mod">
          <ac:chgData name="Haberzettl, Kai" userId="5bb09f4e-7738-4779-8799-7ae580a762f1" providerId="ADAL" clId="{61CBFE6A-694E-4D54-A0FE-2B52DD61E475}" dt="2023-05-10T06:00:15.565" v="50"/>
          <ac:picMkLst>
            <pc:docMk/>
            <pc:sldMk cId="402510032" sldId="2134804577"/>
            <ac:picMk id="41" creationId="{99BB1246-6C81-E43B-089B-FF44F3421AFB}"/>
          </ac:picMkLst>
        </pc:picChg>
        <pc:picChg chg="add del mod">
          <ac:chgData name="Haberzettl, Kai" userId="5bb09f4e-7738-4779-8799-7ae580a762f1" providerId="ADAL" clId="{61CBFE6A-694E-4D54-A0FE-2B52DD61E475}" dt="2023-05-10T06:00:15.565" v="50"/>
          <ac:picMkLst>
            <pc:docMk/>
            <pc:sldMk cId="402510032" sldId="2134804577"/>
            <ac:picMk id="42" creationId="{6021BCDD-68C8-80F4-18F8-E929D24DB397}"/>
          </ac:picMkLst>
        </pc:picChg>
        <pc:picChg chg="add del mod">
          <ac:chgData name="Haberzettl, Kai" userId="5bb09f4e-7738-4779-8799-7ae580a762f1" providerId="ADAL" clId="{61CBFE6A-694E-4D54-A0FE-2B52DD61E475}" dt="2023-05-10T06:00:15.565" v="50"/>
          <ac:picMkLst>
            <pc:docMk/>
            <pc:sldMk cId="402510032" sldId="2134804577"/>
            <ac:picMk id="43" creationId="{C073317B-633B-8579-3138-36D61E31E89D}"/>
          </ac:picMkLst>
        </pc:picChg>
        <pc:picChg chg="add mod">
          <ac:chgData name="Haberzettl, Kai" userId="5bb09f4e-7738-4779-8799-7ae580a762f1" providerId="ADAL" clId="{61CBFE6A-694E-4D54-A0FE-2B52DD61E475}" dt="2023-05-10T06:09:38.953" v="80" actId="1036"/>
          <ac:picMkLst>
            <pc:docMk/>
            <pc:sldMk cId="402510032" sldId="2134804577"/>
            <ac:picMk id="53" creationId="{59D9FE96-7FCC-8AC3-52E5-7A5F8CCE0C4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0055" cy="500142"/>
          </a:xfrm>
          <a:prstGeom prst="rect">
            <a:avLst/>
          </a:prstGeom>
        </p:spPr>
        <p:txBody>
          <a:bodyPr vert="horz" lIns="96451" tIns="48225" rIns="96451" bIns="48225" rtlCol="0"/>
          <a:lstStyle>
            <a:lvl1pPr algn="l">
              <a:defRPr sz="1300"/>
            </a:lvl1pPr>
          </a:lstStyle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5404" y="0"/>
            <a:ext cx="2980055" cy="500142"/>
          </a:xfrm>
          <a:prstGeom prst="rect">
            <a:avLst/>
          </a:prstGeom>
        </p:spPr>
        <p:txBody>
          <a:bodyPr vert="horz" lIns="96451" tIns="48225" rIns="96451" bIns="48225" rtlCol="0"/>
          <a:lstStyle>
            <a:lvl1pPr algn="r">
              <a:defRPr sz="1300"/>
            </a:lvl1pPr>
          </a:lstStyle>
          <a:p>
            <a:fld id="{C53EA277-358B-E94E-961E-33D0503F6849}" type="datetimeFigureOut">
              <a:rPr lang="en-US" smtClean="0">
                <a:latin typeface="Arial"/>
                <a:cs typeface="Arial"/>
              </a:rPr>
              <a:t>5/10/2023</a:t>
            </a:fld>
            <a:endParaRPr lang="en-US" dirty="0">
              <a:latin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00960"/>
            <a:ext cx="2980055" cy="500142"/>
          </a:xfrm>
          <a:prstGeom prst="rect">
            <a:avLst/>
          </a:prstGeom>
        </p:spPr>
        <p:txBody>
          <a:bodyPr vert="horz" lIns="96451" tIns="48225" rIns="96451" bIns="48225" rtlCol="0" anchor="b"/>
          <a:lstStyle>
            <a:lvl1pPr algn="l">
              <a:defRPr sz="1300"/>
            </a:lvl1pPr>
          </a:lstStyle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5404" y="9500960"/>
            <a:ext cx="2980055" cy="500142"/>
          </a:xfrm>
          <a:prstGeom prst="rect">
            <a:avLst/>
          </a:prstGeom>
        </p:spPr>
        <p:txBody>
          <a:bodyPr vert="horz" lIns="96451" tIns="48225" rIns="96451" bIns="48225" rtlCol="0" anchor="b"/>
          <a:lstStyle>
            <a:lvl1pPr algn="r">
              <a:defRPr sz="1300"/>
            </a:lvl1pPr>
          </a:lstStyle>
          <a:p>
            <a:fld id="{70AC7428-30A9-FD43-A0D8-DB91B17088EC}" type="slidenum">
              <a:rPr lang="en-US" smtClean="0">
                <a:latin typeface="Arial"/>
                <a:cs typeface="Arial"/>
              </a:rPr>
              <a:t>‹#›</a:t>
            </a:fld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7649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0055" cy="500142"/>
          </a:xfrm>
          <a:prstGeom prst="rect">
            <a:avLst/>
          </a:prstGeom>
        </p:spPr>
        <p:txBody>
          <a:bodyPr vert="horz" lIns="96451" tIns="48225" rIns="96451" bIns="48225" rtlCol="0"/>
          <a:lstStyle>
            <a:lvl1pPr algn="l">
              <a:defRPr sz="1300"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5404" y="0"/>
            <a:ext cx="2980055" cy="500142"/>
          </a:xfrm>
          <a:prstGeom prst="rect">
            <a:avLst/>
          </a:prstGeom>
        </p:spPr>
        <p:txBody>
          <a:bodyPr vert="horz" lIns="96451" tIns="48225" rIns="96451" bIns="48225" rtlCol="0"/>
          <a:lstStyle>
            <a:lvl1pPr algn="r">
              <a:defRPr sz="1300">
                <a:latin typeface="Arial"/>
                <a:cs typeface="Arial"/>
              </a:defRPr>
            </a:lvl1pPr>
          </a:lstStyle>
          <a:p>
            <a:fld id="{73B26A0F-F4D6-9B4F-A87B-D8948CDE3BB4}" type="datetimeFigureOut">
              <a:rPr lang="en-US" smtClean="0"/>
              <a:pPr/>
              <a:t>5/10/2023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50888"/>
            <a:ext cx="6664325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51" tIns="48225" rIns="96451" bIns="482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2059" y="4751348"/>
            <a:ext cx="6112933" cy="450127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00960"/>
            <a:ext cx="2980055" cy="500142"/>
          </a:xfrm>
          <a:prstGeom prst="rect">
            <a:avLst/>
          </a:prstGeom>
        </p:spPr>
        <p:txBody>
          <a:bodyPr vert="horz" lIns="96451" tIns="48225" rIns="96451" bIns="48225" rtlCol="0" anchor="b"/>
          <a:lstStyle>
            <a:lvl1pPr algn="l">
              <a:defRPr sz="1300"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5404" y="9500960"/>
            <a:ext cx="2980055" cy="500142"/>
          </a:xfrm>
          <a:prstGeom prst="rect">
            <a:avLst/>
          </a:prstGeom>
        </p:spPr>
        <p:txBody>
          <a:bodyPr vert="horz" lIns="96451" tIns="48225" rIns="96451" bIns="48225" rtlCol="0" anchor="b"/>
          <a:lstStyle>
            <a:lvl1pPr algn="r">
              <a:defRPr sz="1300">
                <a:latin typeface="Arial"/>
                <a:cs typeface="Arial"/>
              </a:defRPr>
            </a:lvl1pPr>
          </a:lstStyle>
          <a:p>
            <a:fld id="{7DE2E8FF-3D0C-9D4D-B4D1-3089215958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1349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Arial"/>
      </a:defRPr>
    </a:lvl1pPr>
    <a:lvl2pPr marL="73152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2pPr>
    <a:lvl3pPr marL="146304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3pPr>
    <a:lvl4pPr marL="219456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4pPr>
    <a:lvl5pPr marL="2926080" algn="l" defTabSz="731520" rtl="0" eaLnBrk="1" latinLnBrk="0" hangingPunct="1">
      <a:defRPr sz="1920" kern="1200">
        <a:solidFill>
          <a:schemeClr val="tx1"/>
        </a:solidFill>
        <a:latin typeface="Arial"/>
        <a:ea typeface="+mn-ea"/>
        <a:cs typeface="+mn-cs"/>
      </a:defRPr>
    </a:lvl5pPr>
    <a:lvl6pPr marL="365760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F4DB5FF6-5C1C-FD44-8E2E-465FA30ECF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329410"/>
            <a:ext cx="833718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12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91440" y="-91440"/>
            <a:ext cx="14813280" cy="8412480"/>
            <a:chOff x="-91440" y="-91440"/>
            <a:chExt cx="14813280" cy="841248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639763"/>
            <a:ext cx="13258800" cy="141763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2057399"/>
            <a:ext cx="13258799" cy="51212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0" name="Text Box 115"/>
          <p:cNvSpPr txBox="1">
            <a:spLocks noChangeArrowheads="1"/>
          </p:cNvSpPr>
          <p:nvPr/>
        </p:nvSpPr>
        <p:spPr bwMode="auto">
          <a:xfrm>
            <a:off x="11893550" y="7580437"/>
            <a:ext cx="163957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03C7D0F0-10D5-4191-B6F4-99306F468FEF}" type="datetime4">
              <a:rPr lang="en-US" sz="1100" b="0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May 10, 2023</a:t>
            </a:fld>
            <a:endParaRPr lang="en-US" sz="1100" b="0" dirty="0">
              <a:solidFill>
                <a:schemeClr val="tx1"/>
              </a:solidFill>
            </a:endParaRPr>
          </a:p>
        </p:txBody>
      </p:sp>
      <p:sp>
        <p:nvSpPr>
          <p:cNvPr id="61" name="Text Box 115"/>
          <p:cNvSpPr txBox="1">
            <a:spLocks noChangeArrowheads="1"/>
          </p:cNvSpPr>
          <p:nvPr/>
        </p:nvSpPr>
        <p:spPr bwMode="auto">
          <a:xfrm>
            <a:off x="13533120" y="7580439"/>
            <a:ext cx="411480" cy="274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820738">
              <a:spcBef>
                <a:spcPts val="0"/>
              </a:spcBef>
            </a:pPr>
            <a:fld id="{18E29826-F105-4F77-B977-03F4A4723A21}" type="slidenum">
              <a:rPr lang="en-US" sz="1100" b="1" smtClean="0">
                <a:solidFill>
                  <a:schemeClr val="tx1"/>
                </a:solidFill>
              </a:rPr>
              <a:pPr algn="r" defTabSz="820738">
                <a:spcBef>
                  <a:spcPts val="0"/>
                </a:spcBef>
              </a:pPr>
              <a:t>‹#›</a:t>
            </a:fld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62" name="Footer Placeholder 4"/>
          <p:cNvSpPr txBox="1">
            <a:spLocks/>
          </p:cNvSpPr>
          <p:nvPr/>
        </p:nvSpPr>
        <p:spPr>
          <a:xfrm>
            <a:off x="4800600" y="7580439"/>
            <a:ext cx="5029200" cy="27432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© 2023 </a:t>
            </a:r>
            <a:r>
              <a:rPr lang="en-US" sz="1100" dirty="0"/>
              <a:t>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7448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463040" rtl="0" eaLnBrk="1" latinLnBrk="0" hangingPunct="1">
        <a:lnSpc>
          <a:spcPct val="85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463040" rtl="0" eaLnBrk="1" latinLnBrk="0" hangingPunct="1">
        <a:spcBef>
          <a:spcPts val="12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463040" rtl="0" eaLnBrk="1" latinLnBrk="0" hangingPunct="1">
        <a:spcBef>
          <a:spcPts val="12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228600" algn="l" defTabSz="1463040" rtl="0" eaLnBrk="1" latinLnBrk="0" hangingPunct="1">
        <a:spcBef>
          <a:spcPts val="1200"/>
        </a:spcBef>
        <a:buFont typeface="Arial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1430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00200" indent="-228600" algn="l" defTabSz="1463040" rtl="0" eaLnBrk="1" latinLnBrk="0" hangingPunct="1">
        <a:spcBef>
          <a:spcPts val="600"/>
        </a:spcBef>
        <a:buFont typeface="Arial" pitchFamily="34" charset="0"/>
        <a:buChar char="–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">
          <p15:clr>
            <a:srgbClr val="F26B43"/>
          </p15:clr>
        </p15:guide>
        <p15:guide id="2" pos="4608">
          <p15:clr>
            <a:srgbClr val="F26B43"/>
          </p15:clr>
        </p15:guide>
        <p15:guide id="3" pos="432">
          <p15:clr>
            <a:srgbClr val="F26B43"/>
          </p15:clr>
        </p15:guide>
        <p15:guide id="4" pos="3024">
          <p15:clr>
            <a:srgbClr val="F26B43"/>
          </p15:clr>
        </p15:guide>
        <p15:guide id="5" pos="3312">
          <p15:clr>
            <a:srgbClr val="F26B43"/>
          </p15:clr>
        </p15:guide>
        <p15:guide id="6" pos="4464">
          <p15:clr>
            <a:srgbClr val="F26B43"/>
          </p15:clr>
        </p15:guide>
        <p15:guide id="7" pos="4752">
          <p15:clr>
            <a:srgbClr val="F26B43"/>
          </p15:clr>
        </p15:guide>
        <p15:guide id="8" pos="5904">
          <p15:clr>
            <a:srgbClr val="F26B43"/>
          </p15:clr>
        </p15:guide>
        <p15:guide id="9" pos="6192">
          <p15:clr>
            <a:srgbClr val="F26B43"/>
          </p15:clr>
        </p15:guide>
        <p15:guide id="10" pos="7488">
          <p15:clr>
            <a:srgbClr val="F26B43"/>
          </p15:clr>
        </p15:guide>
        <p15:guide id="11" pos="8784">
          <p15:clr>
            <a:srgbClr val="F26B43"/>
          </p15:clr>
        </p15:guide>
        <p15:guide id="12" orient="horz" pos="1296">
          <p15:clr>
            <a:srgbClr val="F26B43"/>
          </p15:clr>
        </p15:guide>
        <p15:guide id="13" orient="horz" pos="4522">
          <p15:clr>
            <a:srgbClr val="F26B43"/>
          </p15:clr>
        </p15:guide>
        <p15:guide id="14" orient="horz" pos="48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5ADDBC3-F11E-FF4A-943D-F9069D8B182A}"/>
              </a:ext>
            </a:extLst>
          </p:cNvPr>
          <p:cNvSpPr txBox="1"/>
          <p:nvPr/>
        </p:nvSpPr>
        <p:spPr>
          <a:xfrm>
            <a:off x="5867399" y="1793934"/>
            <a:ext cx="1416270" cy="10977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spcBef>
                <a:spcPts val="200"/>
              </a:spcBef>
              <a:spcAft>
                <a:spcPts val="200"/>
              </a:spcAft>
            </a:pPr>
            <a:r>
              <a:rPr lang="en-US" sz="3200" b="1" dirty="0">
                <a:solidFill>
                  <a:schemeClr val="accent1"/>
                </a:solidFill>
              </a:rPr>
              <a:t>EDI</a:t>
            </a:r>
          </a:p>
          <a:p>
            <a:pPr marL="11113">
              <a:spcBef>
                <a:spcPts val="200"/>
              </a:spcBef>
            </a:pPr>
            <a:r>
              <a:rPr lang="en-US" sz="1200" dirty="0">
                <a:solidFill>
                  <a:srgbClr val="000000"/>
                </a:solidFill>
              </a:rPr>
              <a:t>20</a:t>
            </a:r>
            <a:r>
              <a:rPr lang="en-US" sz="1200">
                <a:solidFill>
                  <a:srgbClr val="000000"/>
                </a:solidFill>
              </a:rPr>
              <a:t>+ Years </a:t>
            </a:r>
            <a:r>
              <a:rPr lang="en-US" sz="1200" dirty="0">
                <a:solidFill>
                  <a:srgbClr val="000000"/>
                </a:solidFill>
              </a:rPr>
              <a:t>creating and running EDI Solutions </a:t>
            </a:r>
          </a:p>
        </p:txBody>
      </p:sp>
      <p:sp>
        <p:nvSpPr>
          <p:cNvPr id="2" name="Round Single Corner Rectangle 1">
            <a:extLst>
              <a:ext uri="{FF2B5EF4-FFF2-40B4-BE49-F238E27FC236}">
                <a16:creationId xmlns:a16="http://schemas.microsoft.com/office/drawing/2014/main" id="{035CD985-FBBB-2446-B7DC-49AF6F7DBFC1}"/>
              </a:ext>
            </a:extLst>
          </p:cNvPr>
          <p:cNvSpPr/>
          <p:nvPr/>
        </p:nvSpPr>
        <p:spPr>
          <a:xfrm>
            <a:off x="441432" y="1423503"/>
            <a:ext cx="5255881" cy="1737360"/>
          </a:xfrm>
          <a:prstGeom prst="round1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8598B5-E93A-2942-B4E0-FDB587C3F2C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1747740"/>
            <a:ext cx="4541838" cy="261610"/>
          </a:xfrm>
        </p:spPr>
        <p:txBody>
          <a:bodyPr wrap="square" lIns="0" anchor="t" anchorCtr="0">
            <a:sp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DXC BES SEEBURGER COE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39" name="Title 2">
            <a:extLst>
              <a:ext uri="{FF2B5EF4-FFF2-40B4-BE49-F238E27FC236}">
                <a16:creationId xmlns:a16="http://schemas.microsoft.com/office/drawing/2014/main" id="{19B32480-63FC-9143-8414-BE821CEFEB57}"/>
              </a:ext>
            </a:extLst>
          </p:cNvPr>
          <p:cNvSpPr txBox="1">
            <a:spLocks/>
          </p:cNvSpPr>
          <p:nvPr/>
        </p:nvSpPr>
        <p:spPr>
          <a:xfrm>
            <a:off x="5867399" y="1423503"/>
            <a:ext cx="8058807" cy="23544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dirty="0">
                <a:solidFill>
                  <a:schemeClr val="accent1"/>
                </a:solidFill>
              </a:rPr>
              <a:t>Key services </a:t>
            </a:r>
            <a:r>
              <a:rPr lang="en-GB" sz="1800">
                <a:solidFill>
                  <a:schemeClr val="accent1"/>
                </a:solidFill>
              </a:rPr>
              <a:t>and solutions</a:t>
            </a:r>
            <a:endParaRPr lang="en-GB" sz="1800" dirty="0">
              <a:solidFill>
                <a:schemeClr val="accent1"/>
              </a:solidFill>
            </a:endParaRPr>
          </a:p>
        </p:txBody>
      </p:sp>
      <p:sp>
        <p:nvSpPr>
          <p:cNvPr id="44" name="Title 2">
            <a:extLst>
              <a:ext uri="{FF2B5EF4-FFF2-40B4-BE49-F238E27FC236}">
                <a16:creationId xmlns:a16="http://schemas.microsoft.com/office/drawing/2014/main" id="{9120D076-4B44-FA4D-9FCC-3C559CAB335A}"/>
              </a:ext>
            </a:extLst>
          </p:cNvPr>
          <p:cNvSpPr txBox="1">
            <a:spLocks/>
          </p:cNvSpPr>
          <p:nvPr/>
        </p:nvSpPr>
        <p:spPr>
          <a:xfrm>
            <a:off x="5867399" y="4077667"/>
            <a:ext cx="8058807" cy="23544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>
                <a:solidFill>
                  <a:schemeClr val="accent1"/>
                </a:solidFill>
              </a:rPr>
              <a:t>Key Differentiators And Value Propositions</a:t>
            </a:r>
            <a:endParaRPr lang="en-GB" sz="1800" dirty="0">
              <a:solidFill>
                <a:schemeClr val="accent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4701B7-CAB6-5545-B350-B9E09035A418}"/>
              </a:ext>
            </a:extLst>
          </p:cNvPr>
          <p:cNvSpPr txBox="1"/>
          <p:nvPr/>
        </p:nvSpPr>
        <p:spPr>
          <a:xfrm>
            <a:off x="7572712" y="1793934"/>
            <a:ext cx="1238293" cy="10977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spcBef>
                <a:spcPts val="200"/>
              </a:spcBef>
              <a:spcAft>
                <a:spcPts val="200"/>
              </a:spcAft>
            </a:pPr>
            <a:r>
              <a:rPr lang="en-US" sz="3200" b="1" dirty="0">
                <a:solidFill>
                  <a:schemeClr val="accent1"/>
                </a:solidFill>
              </a:rPr>
              <a:t>MFT</a:t>
            </a:r>
          </a:p>
          <a:p>
            <a:pPr marL="11113">
              <a:spcBef>
                <a:spcPts val="200"/>
              </a:spcBef>
            </a:pPr>
            <a:r>
              <a:rPr lang="en-US" sz="1200" dirty="0">
                <a:solidFill>
                  <a:srgbClr val="000000"/>
                </a:solidFill>
              </a:rPr>
              <a:t>Flexible , customized </a:t>
            </a:r>
            <a:r>
              <a:rPr lang="en-US" sz="1200">
                <a:solidFill>
                  <a:srgbClr val="000000"/>
                </a:solidFill>
              </a:rPr>
              <a:t>MFT Solutions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7EAF53-EF82-014B-AA30-EBD32BF49285}"/>
              </a:ext>
            </a:extLst>
          </p:cNvPr>
          <p:cNvSpPr txBox="1"/>
          <p:nvPr/>
        </p:nvSpPr>
        <p:spPr>
          <a:xfrm>
            <a:off x="12675475" y="1793934"/>
            <a:ext cx="1610099" cy="12824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spcBef>
                <a:spcPts val="200"/>
              </a:spcBef>
              <a:spcAft>
                <a:spcPts val="200"/>
              </a:spcAft>
            </a:pPr>
            <a:r>
              <a:rPr lang="en-US" sz="3200" b="1">
                <a:solidFill>
                  <a:schemeClr val="accent1"/>
                </a:solidFill>
              </a:rPr>
              <a:t>Run</a:t>
            </a:r>
            <a:endParaRPr lang="en-US" sz="3200" b="1" dirty="0">
              <a:solidFill>
                <a:schemeClr val="accent1"/>
              </a:solidFill>
            </a:endParaRPr>
          </a:p>
          <a:p>
            <a:pPr marL="11113">
              <a:spcBef>
                <a:spcPts val="200"/>
              </a:spcBef>
            </a:pPr>
            <a:r>
              <a:rPr lang="en-US" sz="1200">
                <a:solidFill>
                  <a:srgbClr val="000000"/>
                </a:solidFill>
              </a:rPr>
              <a:t>We support your environment cost-efficiently and with highest quality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72559A-ED77-7643-A503-EDCDB4CAF3AA}"/>
              </a:ext>
            </a:extLst>
          </p:cNvPr>
          <p:cNvSpPr txBox="1"/>
          <p:nvPr/>
        </p:nvSpPr>
        <p:spPr>
          <a:xfrm>
            <a:off x="9117725" y="1793934"/>
            <a:ext cx="1476704" cy="9130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spcBef>
                <a:spcPts val="200"/>
              </a:spcBef>
              <a:spcAft>
                <a:spcPts val="200"/>
              </a:spcAft>
            </a:pPr>
            <a:r>
              <a:rPr lang="en-US" sz="3200" b="1">
                <a:solidFill>
                  <a:schemeClr val="accent1"/>
                </a:solidFill>
              </a:rPr>
              <a:t>FXS</a:t>
            </a:r>
            <a:endParaRPr lang="en-US" sz="3200" b="1" dirty="0">
              <a:solidFill>
                <a:schemeClr val="accent1"/>
              </a:solidFill>
            </a:endParaRPr>
          </a:p>
          <a:p>
            <a:pPr marL="11113">
              <a:spcBef>
                <a:spcPts val="200"/>
              </a:spcBef>
            </a:pPr>
            <a:r>
              <a:rPr lang="en-US" sz="1200">
                <a:solidFill>
                  <a:srgbClr val="000000"/>
                </a:solidFill>
              </a:rPr>
              <a:t>Human-to-human secure file exchange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16C92B-AC41-F542-A697-1C445B50A2BA}"/>
              </a:ext>
            </a:extLst>
          </p:cNvPr>
          <p:cNvSpPr txBox="1"/>
          <p:nvPr/>
        </p:nvSpPr>
        <p:spPr>
          <a:xfrm>
            <a:off x="10813126" y="1793934"/>
            <a:ext cx="1675792" cy="12824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spcBef>
                <a:spcPts val="200"/>
              </a:spcBef>
              <a:spcAft>
                <a:spcPts val="200"/>
              </a:spcAft>
            </a:pPr>
            <a:r>
              <a:rPr lang="en-US" sz="3200" b="1" dirty="0">
                <a:solidFill>
                  <a:schemeClr val="accent1"/>
                </a:solidFill>
              </a:rPr>
              <a:t>Migrate</a:t>
            </a:r>
          </a:p>
          <a:p>
            <a:pPr marL="11113">
              <a:spcBef>
                <a:spcPts val="200"/>
              </a:spcBef>
            </a:pPr>
            <a:r>
              <a:rPr lang="en-US" sz="1200" dirty="0">
                <a:solidFill>
                  <a:srgbClr val="000000"/>
                </a:solidFill>
              </a:rPr>
              <a:t>Proven capabilities to replace your legacy EDI solution with state-of-the-art software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7E035F-E936-B047-8879-61CFBC47FEF0}"/>
              </a:ext>
            </a:extLst>
          </p:cNvPr>
          <p:cNvCxnSpPr/>
          <p:nvPr/>
        </p:nvCxnSpPr>
        <p:spPr>
          <a:xfrm>
            <a:off x="7346731" y="1839309"/>
            <a:ext cx="0" cy="777240"/>
          </a:xfrm>
          <a:prstGeom prst="line">
            <a:avLst/>
          </a:prstGeom>
          <a:ln w="63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9BE5B85-7B57-F24B-9BBC-6D65332566A7}"/>
              </a:ext>
            </a:extLst>
          </p:cNvPr>
          <p:cNvCxnSpPr/>
          <p:nvPr/>
        </p:nvCxnSpPr>
        <p:spPr>
          <a:xfrm>
            <a:off x="8981090" y="1839309"/>
            <a:ext cx="0" cy="777240"/>
          </a:xfrm>
          <a:prstGeom prst="line">
            <a:avLst/>
          </a:prstGeom>
          <a:ln w="63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4C64030-9C56-0B40-8BEF-6654F87BDA79}"/>
              </a:ext>
            </a:extLst>
          </p:cNvPr>
          <p:cNvCxnSpPr>
            <a:cxnSpLocks/>
          </p:cNvCxnSpPr>
          <p:nvPr/>
        </p:nvCxnSpPr>
        <p:spPr>
          <a:xfrm>
            <a:off x="10654859" y="1839309"/>
            <a:ext cx="0" cy="777240"/>
          </a:xfrm>
          <a:prstGeom prst="line">
            <a:avLst/>
          </a:prstGeom>
          <a:ln w="63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C892E97-8268-9D4C-B90C-FDE37C00F7C0}"/>
              </a:ext>
            </a:extLst>
          </p:cNvPr>
          <p:cNvCxnSpPr>
            <a:cxnSpLocks/>
          </p:cNvCxnSpPr>
          <p:nvPr/>
        </p:nvCxnSpPr>
        <p:spPr>
          <a:xfrm>
            <a:off x="12549349" y="1839309"/>
            <a:ext cx="0" cy="777240"/>
          </a:xfrm>
          <a:prstGeom prst="line">
            <a:avLst/>
          </a:prstGeom>
          <a:ln w="63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FFF863-403E-3F4A-858B-3EBBAE32F6F6}"/>
              </a:ext>
            </a:extLst>
          </p:cNvPr>
          <p:cNvGrpSpPr/>
          <p:nvPr/>
        </p:nvGrpSpPr>
        <p:grpSpPr>
          <a:xfrm>
            <a:off x="10405241" y="2942897"/>
            <a:ext cx="3833649" cy="2532994"/>
            <a:chOff x="10405241" y="2942897"/>
            <a:chExt cx="3833649" cy="253299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E7A5DB0-A4D4-4643-B217-4D87275C0B17}"/>
                </a:ext>
              </a:extLst>
            </p:cNvPr>
            <p:cNvSpPr/>
            <p:nvPr/>
          </p:nvSpPr>
          <p:spPr>
            <a:xfrm>
              <a:off x="10405241" y="2942897"/>
              <a:ext cx="189187" cy="2375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C7A5925-7799-E046-876A-C0DE7D937D76}"/>
                </a:ext>
              </a:extLst>
            </p:cNvPr>
            <p:cNvSpPr/>
            <p:nvPr/>
          </p:nvSpPr>
          <p:spPr>
            <a:xfrm rot="5400000">
              <a:off x="12195941" y="3432943"/>
              <a:ext cx="252249" cy="38336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91BE5684-A03C-9A43-A448-93F727BBA265}"/>
              </a:ext>
            </a:extLst>
          </p:cNvPr>
          <p:cNvSpPr txBox="1"/>
          <p:nvPr/>
        </p:nvSpPr>
        <p:spPr>
          <a:xfrm>
            <a:off x="5867400" y="4546777"/>
            <a:ext cx="2664372" cy="17440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4300" indent="-103188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We have a global team with 20</a:t>
            </a:r>
            <a:r>
              <a:rPr lang="en-US" sz="1000">
                <a:solidFill>
                  <a:srgbClr val="000000"/>
                </a:solidFill>
              </a:rPr>
              <a:t>+ years </a:t>
            </a:r>
            <a:r>
              <a:rPr lang="en-US" sz="1000" dirty="0">
                <a:solidFill>
                  <a:srgbClr val="000000"/>
                </a:solidFill>
              </a:rPr>
              <a:t>of EDI/B2B and 15+ years experience on SEEBURGER products</a:t>
            </a:r>
          </a:p>
          <a:p>
            <a:pPr marL="114300" indent="-103188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As part of the </a:t>
            </a:r>
            <a:r>
              <a:rPr lang="en-US" sz="1000">
                <a:solidFill>
                  <a:srgbClr val="000000"/>
                </a:solidFill>
              </a:rPr>
              <a:t>DXC Business Exchange Services (BES) </a:t>
            </a:r>
            <a:r>
              <a:rPr lang="en-US" sz="1000" dirty="0">
                <a:solidFill>
                  <a:srgbClr val="000000"/>
                </a:solidFill>
              </a:rPr>
              <a:t>organization, we have access to 200+ further integration experts across the globe</a:t>
            </a:r>
          </a:p>
          <a:p>
            <a:pPr marL="114300" indent="-103188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We run DXC’s own EDI and MFT environments with the same products and expertise as we use with our clients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19235A-C982-E94A-B0C0-2B3438A01754}"/>
              </a:ext>
            </a:extLst>
          </p:cNvPr>
          <p:cNvSpPr txBox="1"/>
          <p:nvPr/>
        </p:nvSpPr>
        <p:spPr>
          <a:xfrm>
            <a:off x="8597462" y="4546777"/>
            <a:ext cx="2664372" cy="17440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4300" indent="-103188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In close partnership with SEEBURGER, we modernize your Integration environment, using state-of-the-art technologies and tools</a:t>
            </a:r>
          </a:p>
          <a:p>
            <a:pPr marL="114300" indent="-103188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We have the experience and tools to guide you and your trading partners through this migration, utilizing self-service and other proven migration techniques</a:t>
            </a:r>
          </a:p>
          <a:p>
            <a:pPr marL="114300" indent="-103188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We implement proven best-practices and processes to improve compliance and long-term supportability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3986BC-6AB4-F144-B309-4E41E538EE6C}"/>
              </a:ext>
            </a:extLst>
          </p:cNvPr>
          <p:cNvSpPr txBox="1"/>
          <p:nvPr/>
        </p:nvSpPr>
        <p:spPr>
          <a:xfrm>
            <a:off x="11327524" y="4546777"/>
            <a:ext cx="2829086" cy="14362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14300" indent="-103188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We adjust to </a:t>
            </a:r>
            <a:r>
              <a:rPr lang="en-US" sz="1000">
                <a:solidFill>
                  <a:srgbClr val="000000"/>
                </a:solidFill>
              </a:rPr>
              <a:t>your hosting </a:t>
            </a:r>
            <a:r>
              <a:rPr lang="en-US" sz="1000" dirty="0">
                <a:solidFill>
                  <a:srgbClr val="000000"/>
                </a:solidFill>
              </a:rPr>
              <a:t>and operations preferences. From on-premise to public cloud, from managed service to self-supported</a:t>
            </a:r>
          </a:p>
          <a:p>
            <a:pPr marL="114300" indent="-103188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Security, High Availability and DR are at the center of </a:t>
            </a:r>
            <a:r>
              <a:rPr lang="en-US" sz="1000">
                <a:solidFill>
                  <a:srgbClr val="000000"/>
                </a:solidFill>
              </a:rPr>
              <a:t>our solutions</a:t>
            </a:r>
          </a:p>
          <a:p>
            <a:pPr marL="114300" indent="-103188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0000"/>
                </a:solidFill>
              </a:rPr>
              <a:t>We have the expertise and experience in managing operations to provide the highest quality of support for your environment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8FDBA66-097A-EEF3-F607-80A22354F002}"/>
              </a:ext>
            </a:extLst>
          </p:cNvPr>
          <p:cNvSpPr txBox="1">
            <a:spLocks/>
          </p:cNvSpPr>
          <p:nvPr/>
        </p:nvSpPr>
        <p:spPr>
          <a:xfrm>
            <a:off x="685800" y="2381152"/>
            <a:ext cx="4789170" cy="32585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dirty="0">
                <a:solidFill>
                  <a:schemeClr val="bg1"/>
                </a:solidFill>
              </a:rPr>
              <a:t>For dedicated and bespoke SEEBURGER integration solutions: </a:t>
            </a:r>
          </a:p>
          <a:p>
            <a:r>
              <a:rPr lang="en-GB" sz="1200" dirty="0">
                <a:solidFill>
                  <a:schemeClr val="bg1"/>
                </a:solidFill>
              </a:rPr>
              <a:t>EDI, MFT, File Exchange – on-premise or in the cloud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9D9FE96-7FCC-8AC3-52E5-7A5F8CCE0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91" y="3195138"/>
            <a:ext cx="5238082" cy="363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1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ew DXC Brand">
  <a:themeElements>
    <a:clrScheme name="DXC New Brand Palette">
      <a:dk1>
        <a:srgbClr val="000000"/>
      </a:dk1>
      <a:lt1>
        <a:srgbClr val="FFFFFF"/>
      </a:lt1>
      <a:dk2>
        <a:srgbClr val="D9D9D6"/>
      </a:dk2>
      <a:lt2>
        <a:srgbClr val="FFCD00"/>
      </a:lt2>
      <a:accent1>
        <a:srgbClr val="5F249F"/>
      </a:accent1>
      <a:accent2>
        <a:srgbClr val="00968F"/>
      </a:accent2>
      <a:accent3>
        <a:srgbClr val="00A3E1"/>
      </a:accent3>
      <a:accent4>
        <a:srgbClr val="006975"/>
      </a:accent4>
      <a:accent5>
        <a:srgbClr val="6CC24A"/>
      </a:accent5>
      <a:accent6>
        <a:srgbClr val="ED9B33"/>
      </a:accent6>
      <a:hlink>
        <a:srgbClr val="000000"/>
      </a:hlink>
      <a:folHlink>
        <a:srgbClr val="666666"/>
      </a:folHlink>
    </a:clrScheme>
    <a:fontScheme name="DX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X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/>
      <a:style>
        <a:lnRef idx="0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400"/>
          </a:spcAft>
          <a:defRPr sz="2000" dirty="0"/>
        </a:defPPr>
      </a:lstStyle>
    </a:txDef>
  </a:objectDefaults>
  <a:extraClrSchemeLst/>
  <a:custClrLst>
    <a:custClr name="DXC Bright Purple">
      <a:srgbClr val="5F249F"/>
    </a:custClr>
    <a:custClr name="White">
      <a:srgbClr val="FFFFFF"/>
    </a:custClr>
    <a:custClr name="DXC Light Gray">
      <a:srgbClr val="D9D9D6"/>
    </a:custClr>
    <a:custClr name="DXC Medium Gray">
      <a:srgbClr val="969696"/>
    </a:custClr>
    <a:custClr name="DXC Dark Gray">
      <a:srgbClr val="63666A"/>
    </a:custClr>
    <a:custClr name="Black">
      <a:srgbClr val="000000"/>
    </a:custClr>
    <a:custClr name="DXC Bright Teal">
      <a:srgbClr val="00968F"/>
    </a:custClr>
    <a:custClr name="DXC Blue">
      <a:srgbClr val="00A3E1"/>
    </a:custClr>
    <a:custClr name="DXC Dark Teal">
      <a:srgbClr val="006975"/>
    </a:custClr>
    <a:custClr name="DXC Green">
      <a:srgbClr val="6CC24A"/>
    </a:custClr>
    <a:custClr name="DXC Orange">
      <a:srgbClr val="ED9B33"/>
    </a:custClr>
    <a:custClr name="DXC Gold">
      <a:srgbClr val="FFCD00"/>
    </a:custClr>
    <a:custClr name="DXC Dark Purple">
      <a:srgbClr val="330072"/>
    </a:custClr>
    <a:custClr name="DXC Yellow">
      <a:srgbClr val="F9F048"/>
    </a:custClr>
  </a:custClrLst>
  <a:extLst>
    <a:ext uri="{05A4C25C-085E-4340-85A3-A5531E510DB2}">
      <thm15:themeFamily xmlns:thm15="http://schemas.microsoft.com/office/thememl/2012/main" name="DXC_OnePager_16x9_May13_2021" id="{E724A706-169B-4D0F-9434-96D0AC93382F}" vid="{641569BC-058A-4D2A-8402-B896F99B62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SC OneDrive Document" ma:contentTypeID="0x0101001D84C3281FFE2845AA6F5A2CCF468382002F792F22A640384E83429AA2600F082C" ma:contentTypeVersion="13" ma:contentTypeDescription="File and document content type which includes CSC Classification column for use on OneDrive for Business." ma:contentTypeScope="" ma:versionID="ee0de37421d028d630717ed6a72f1ee4">
  <xsd:schema xmlns:xsd="http://www.w3.org/2001/XMLSchema" xmlns:xs="http://www.w3.org/2001/XMLSchema" xmlns:p="http://schemas.microsoft.com/office/2006/metadata/properties" xmlns:ns3="168e0357-5b39-4600-91c2-bfff6e896513" targetNamespace="http://schemas.microsoft.com/office/2006/metadata/properties" ma:root="true" ma:fieldsID="c7e76854ec9ba6965319f1ab8fbc58e9" ns3:_="">
    <xsd:import namespace="168e0357-5b39-4600-91c2-bfff6e896513"/>
    <xsd:element name="properties">
      <xsd:complexType>
        <xsd:sequence>
          <xsd:element name="documentManagement">
            <xsd:complexType>
              <xsd:all>
                <xsd:element ref="ns3:CSC_x0020_Classifi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e0357-5b39-4600-91c2-bfff6e896513" elementFormDefault="qualified">
    <xsd:import namespace="http://schemas.microsoft.com/office/2006/documentManagement/types"/>
    <xsd:import namespace="http://schemas.microsoft.com/office/infopath/2007/PartnerControls"/>
    <xsd:element name="CSC_x0020_Classification" ma:index="8" nillable="true" ma:displayName="CSC Information Classification" ma:default="Low Sensitivity" ma:description="Select the appropriate level of sensitivity for the documents." ma:format="Dropdown" ma:internalName="CSC_x0020_Classification">
      <xsd:simpleType>
        <xsd:restriction base="dms:Choice">
          <xsd:enumeration value="Low Sensitivity"/>
          <xsd:enumeration value="Medium Sensitivity"/>
          <xsd:enumeration value="High Sensitivity"/>
          <xsd:enumeration value="No Sensitivity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18f211cb-e08d-4e65-a875-32590ca7bbf7" ContentTypeId="0x0101001D84C3281FFE2845AA6F5A2CCF468382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SC_x0020_Classification xmlns="168e0357-5b39-4600-91c2-bfff6e896513">Low Sensitivity</CSC_x0020_Classification>
  </documentManagement>
</p:properties>
</file>

<file path=customXml/itemProps1.xml><?xml version="1.0" encoding="utf-8"?>
<ds:datastoreItem xmlns:ds="http://schemas.openxmlformats.org/officeDocument/2006/customXml" ds:itemID="{4173CE9B-FD0F-4BA0-A301-F38407F92D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8e0357-5b39-4600-91c2-bfff6e8965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0D27F2-51EA-4774-887E-96B76F52398F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277FC892-85C3-4FE7-A0EA-16F82340C51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E36BE3C-D8D0-4922-9FB2-225E478395B3}">
  <ds:schemaRefs>
    <ds:schemaRef ds:uri="168e0357-5b39-4600-91c2-bfff6e89651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4855</TotalTime>
  <Words>246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New DXC Brand</vt:lpstr>
      <vt:lpstr>DXC BES SEEBURGER COE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DXC BES Seeburger COE one-pager</dc:title>
  <dc:subject/>
  <dc:creator>kai.haberzettl@dxc.com</dc:creator>
  <cp:keywords/>
  <dc:description/>
  <cp:lastModifiedBy>Haberzettl, Kai</cp:lastModifiedBy>
  <cp:revision>315</cp:revision>
  <cp:lastPrinted>2023-05-09T08:06:55Z</cp:lastPrinted>
  <dcterms:created xsi:type="dcterms:W3CDTF">2019-11-15T15:15:27Z</dcterms:created>
  <dcterms:modified xsi:type="dcterms:W3CDTF">2023-05-10T11:23:57Z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0x0101001D84C3281FFE2845AA6F5A2CCF468382002F792F22A640384E83429AA2600F082C</vt:lpwstr>
  </property>
</Properties>
</file>