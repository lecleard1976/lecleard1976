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5"/>
    <p:sldMasterId id="2147483840" r:id="rId6"/>
  </p:sldMasterIdLst>
  <p:notesMasterIdLst>
    <p:notesMasterId r:id="rId8"/>
  </p:notesMasterIdLst>
  <p:handoutMasterIdLst>
    <p:handoutMasterId r:id="rId9"/>
  </p:handoutMasterIdLst>
  <p:sldIdLst>
    <p:sldId id="258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83">
          <p15:clr>
            <a:srgbClr val="A4A3A4"/>
          </p15:clr>
        </p15:guide>
        <p15:guide id="2" orient="horz" pos="743">
          <p15:clr>
            <a:srgbClr val="A4A3A4"/>
          </p15:clr>
        </p15:guide>
        <p15:guide id="3" orient="horz" pos="893">
          <p15:clr>
            <a:srgbClr val="A4A3A4"/>
          </p15:clr>
        </p15:guide>
        <p15:guide id="4" orient="horz" pos="384">
          <p15:clr>
            <a:srgbClr val="A4A3A4"/>
          </p15:clr>
        </p15:guide>
        <p15:guide id="5" orient="horz" pos="1671">
          <p15:clr>
            <a:srgbClr val="A4A3A4"/>
          </p15:clr>
        </p15:guide>
        <p15:guide id="6" orient="horz" pos="2236">
          <p15:clr>
            <a:srgbClr val="A4A3A4"/>
          </p15:clr>
        </p15:guide>
        <p15:guide id="7" orient="horz" pos="146">
          <p15:clr>
            <a:srgbClr val="A4A3A4"/>
          </p15:clr>
        </p15:guide>
        <p15:guide id="8" orient="horz" pos="2443">
          <p15:clr>
            <a:srgbClr val="A4A3A4"/>
          </p15:clr>
        </p15:guide>
        <p15:guide id="9" pos="1794">
          <p15:clr>
            <a:srgbClr val="A4A3A4"/>
          </p15:clr>
        </p15:guide>
        <p15:guide id="10" pos="2736">
          <p15:clr>
            <a:srgbClr val="A4A3A4"/>
          </p15:clr>
        </p15:guide>
        <p15:guide id="11" pos="202">
          <p15:clr>
            <a:srgbClr val="A4A3A4"/>
          </p15:clr>
        </p15:guide>
        <p15:guide id="12" pos="5322">
          <p15:clr>
            <a:srgbClr val="A4A3A4"/>
          </p15:clr>
        </p15:guide>
        <p15:guide id="13" pos="5625">
          <p15:clr>
            <a:srgbClr val="A4A3A4"/>
          </p15:clr>
        </p15:guide>
        <p15:guide id="14" pos="2878">
          <p15:clr>
            <a:srgbClr val="A4A3A4"/>
          </p15:clr>
        </p15:guide>
        <p15:guide id="15" pos="3555">
          <p15:clr>
            <a:srgbClr val="A4A3A4"/>
          </p15:clr>
        </p15:guide>
        <p15:guide id="16" pos="1965">
          <p15:clr>
            <a:srgbClr val="A4A3A4"/>
          </p15:clr>
        </p15:guide>
        <p15:guide id="17" pos="37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49F"/>
    <a:srgbClr val="000000"/>
    <a:srgbClr val="B9B8BB"/>
    <a:srgbClr val="E5E8E8"/>
    <a:srgbClr val="822980"/>
    <a:srgbClr val="B9B9BB"/>
    <a:srgbClr val="B6B8BB"/>
    <a:srgbClr val="87898B"/>
    <a:srgbClr val="CCCCCC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3FD88-1814-4243-9FCD-E0C73AB88943}" v="1" dt="2023-08-09T14:54:41.286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6" autoAdjust="0"/>
    <p:restoredTop sz="88315" autoAdjust="0"/>
  </p:normalViewPr>
  <p:slideViewPr>
    <p:cSldViewPr snapToGrid="0">
      <p:cViewPr>
        <p:scale>
          <a:sx n="100" d="100"/>
          <a:sy n="100" d="100"/>
        </p:scale>
        <p:origin x="1740" y="834"/>
      </p:cViewPr>
      <p:guideLst>
        <p:guide orient="horz" pos="3083"/>
        <p:guide orient="horz" pos="743"/>
        <p:guide orient="horz" pos="893"/>
        <p:guide orient="horz" pos="384"/>
        <p:guide orient="horz" pos="1671"/>
        <p:guide orient="horz" pos="2236"/>
        <p:guide orient="horz" pos="146"/>
        <p:guide orient="horz" pos="2443"/>
        <p:guide pos="1794"/>
        <p:guide pos="2736"/>
        <p:guide pos="202"/>
        <p:guide pos="5322"/>
        <p:guide pos="5625"/>
        <p:guide pos="2878"/>
        <p:guide pos="3555"/>
        <p:guide pos="1965"/>
        <p:guide pos="3723"/>
      </p:guideLst>
    </p:cSldViewPr>
  </p:slideViewPr>
  <p:outlineViewPr>
    <p:cViewPr>
      <p:scale>
        <a:sx n="33" d="100"/>
        <a:sy n="33" d="100"/>
      </p:scale>
      <p:origin x="0" y="198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 showGuides="1">
      <p:cViewPr varScale="1">
        <p:scale>
          <a:sx n="117" d="100"/>
          <a:sy n="117" d="100"/>
        </p:scale>
        <p:origin x="-4024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sett, Michael" userId="8e18abec-298a-430f-9cde-6265f12e2423" providerId="ADAL" clId="{8E922745-B281-4301-90F9-2706F37146CB}"/>
    <pc:docChg chg="modSld">
      <pc:chgData name="Bassett, Michael" userId="8e18abec-298a-430f-9cde-6265f12e2423" providerId="ADAL" clId="{8E922745-B281-4301-90F9-2706F37146CB}" dt="2023-03-30T17:08:43.260" v="26" actId="1076"/>
      <pc:docMkLst>
        <pc:docMk/>
      </pc:docMkLst>
      <pc:sldChg chg="modSp mod">
        <pc:chgData name="Bassett, Michael" userId="8e18abec-298a-430f-9cde-6265f12e2423" providerId="ADAL" clId="{8E922745-B281-4301-90F9-2706F37146CB}" dt="2023-03-30T17:08:43.260" v="26" actId="1076"/>
        <pc:sldMkLst>
          <pc:docMk/>
          <pc:sldMk cId="3753051832" sldId="258"/>
        </pc:sldMkLst>
        <pc:picChg chg="mod">
          <ac:chgData name="Bassett, Michael" userId="8e18abec-298a-430f-9cde-6265f12e2423" providerId="ADAL" clId="{8E922745-B281-4301-90F9-2706F37146CB}" dt="2023-03-30T16:26:24.396" v="6" actId="1076"/>
          <ac:picMkLst>
            <pc:docMk/>
            <pc:sldMk cId="3753051832" sldId="258"/>
            <ac:picMk id="4" creationId="{06F67A12-61F4-4181-8761-6E68A4D1BF07}"/>
          </ac:picMkLst>
        </pc:picChg>
        <pc:picChg chg="mod ord">
          <ac:chgData name="Bassett, Michael" userId="8e18abec-298a-430f-9cde-6265f12e2423" providerId="ADAL" clId="{8E922745-B281-4301-90F9-2706F37146CB}" dt="2023-03-30T16:25:23.373" v="2" actId="1076"/>
          <ac:picMkLst>
            <pc:docMk/>
            <pc:sldMk cId="3753051832" sldId="258"/>
            <ac:picMk id="9" creationId="{00000000-0000-0000-0000-000000000000}"/>
          </ac:picMkLst>
        </pc:picChg>
        <pc:picChg chg="mod">
          <ac:chgData name="Bassett, Michael" userId="8e18abec-298a-430f-9cde-6265f12e2423" providerId="ADAL" clId="{8E922745-B281-4301-90F9-2706F37146CB}" dt="2023-03-30T16:26:44.782" v="10" actId="1076"/>
          <ac:picMkLst>
            <pc:docMk/>
            <pc:sldMk cId="3753051832" sldId="258"/>
            <ac:picMk id="16" creationId="{C38DB5CC-6C7D-4A19-8383-1EA5B47D8F82}"/>
          </ac:picMkLst>
        </pc:picChg>
        <pc:picChg chg="mod">
          <ac:chgData name="Bassett, Michael" userId="8e18abec-298a-430f-9cde-6265f12e2423" providerId="ADAL" clId="{8E922745-B281-4301-90F9-2706F37146CB}" dt="2023-03-30T17:08:28.965" v="25" actId="1076"/>
          <ac:picMkLst>
            <pc:docMk/>
            <pc:sldMk cId="3753051832" sldId="258"/>
            <ac:picMk id="17" creationId="{71909DF2-DF2C-0BC3-520A-F27A791BB30C}"/>
          </ac:picMkLst>
        </pc:picChg>
        <pc:picChg chg="mod">
          <ac:chgData name="Bassett, Michael" userId="8e18abec-298a-430f-9cde-6265f12e2423" providerId="ADAL" clId="{8E922745-B281-4301-90F9-2706F37146CB}" dt="2023-03-30T17:08:00.667" v="23" actId="1076"/>
          <ac:picMkLst>
            <pc:docMk/>
            <pc:sldMk cId="3753051832" sldId="258"/>
            <ac:picMk id="21" creationId="{003CBB15-3A9E-402C-9872-2A027358C9CA}"/>
          </ac:picMkLst>
        </pc:picChg>
        <pc:picChg chg="mod">
          <ac:chgData name="Bassett, Michael" userId="8e18abec-298a-430f-9cde-6265f12e2423" providerId="ADAL" clId="{8E922745-B281-4301-90F9-2706F37146CB}" dt="2023-03-30T17:08:43.260" v="26" actId="1076"/>
          <ac:picMkLst>
            <pc:docMk/>
            <pc:sldMk cId="3753051832" sldId="258"/>
            <ac:picMk id="32" creationId="{054FEA66-AEA9-3CE3-5774-C109C3E05C6E}"/>
          </ac:picMkLst>
        </pc:picChg>
        <pc:picChg chg="mod">
          <ac:chgData name="Bassett, Michael" userId="8e18abec-298a-430f-9cde-6265f12e2423" providerId="ADAL" clId="{8E922745-B281-4301-90F9-2706F37146CB}" dt="2023-03-30T17:06:12.091" v="18" actId="1076"/>
          <ac:picMkLst>
            <pc:docMk/>
            <pc:sldMk cId="3753051832" sldId="258"/>
            <ac:picMk id="49" creationId="{139615C3-98A1-7FD7-5EDB-CB82ABD79751}"/>
          </ac:picMkLst>
        </pc:picChg>
        <pc:picChg chg="mod">
          <ac:chgData name="Bassett, Michael" userId="8e18abec-298a-430f-9cde-6265f12e2423" providerId="ADAL" clId="{8E922745-B281-4301-90F9-2706F37146CB}" dt="2023-03-30T17:01:42.701" v="15" actId="1076"/>
          <ac:picMkLst>
            <pc:docMk/>
            <pc:sldMk cId="3753051832" sldId="258"/>
            <ac:picMk id="50" creationId="{6484706B-D58D-4F48-9924-F687A8AB76D9}"/>
          </ac:picMkLst>
        </pc:picChg>
        <pc:picChg chg="mod">
          <ac:chgData name="Bassett, Michael" userId="8e18abec-298a-430f-9cde-6265f12e2423" providerId="ADAL" clId="{8E922745-B281-4301-90F9-2706F37146CB}" dt="2023-03-30T16:27:34.429" v="12" actId="14100"/>
          <ac:picMkLst>
            <pc:docMk/>
            <pc:sldMk cId="3753051832" sldId="258"/>
            <ac:picMk id="53" creationId="{C1F7A84D-D5DB-495B-8ED5-B34538625CE6}"/>
          </ac:picMkLst>
        </pc:picChg>
        <pc:picChg chg="mod">
          <ac:chgData name="Bassett, Michael" userId="8e18abec-298a-430f-9cde-6265f12e2423" providerId="ADAL" clId="{8E922745-B281-4301-90F9-2706F37146CB}" dt="2023-03-30T16:27:44.564" v="13" actId="1076"/>
          <ac:picMkLst>
            <pc:docMk/>
            <pc:sldMk cId="3753051832" sldId="258"/>
            <ac:picMk id="54" creationId="{1A42B316-EEFA-4925-AAE1-332F3F70AB76}"/>
          </ac:picMkLst>
        </pc:picChg>
        <pc:picChg chg="mod">
          <ac:chgData name="Bassett, Michael" userId="8e18abec-298a-430f-9cde-6265f12e2423" providerId="ADAL" clId="{8E922745-B281-4301-90F9-2706F37146CB}" dt="2023-03-30T17:06:42.764" v="21" actId="1076"/>
          <ac:picMkLst>
            <pc:docMk/>
            <pc:sldMk cId="3753051832" sldId="258"/>
            <ac:picMk id="70" creationId="{73C65241-CC7E-66C0-C10B-F117E55B3B5A}"/>
          </ac:picMkLst>
        </pc:picChg>
        <pc:picChg chg="mod">
          <ac:chgData name="Bassett, Michael" userId="8e18abec-298a-430f-9cde-6265f12e2423" providerId="ADAL" clId="{8E922745-B281-4301-90F9-2706F37146CB}" dt="2023-03-30T17:06:28.119" v="19" actId="1076"/>
          <ac:picMkLst>
            <pc:docMk/>
            <pc:sldMk cId="3753051832" sldId="258"/>
            <ac:picMk id="80" creationId="{49865F92-AC81-B7A5-8661-680253C0C668}"/>
          </ac:picMkLst>
        </pc:picChg>
        <pc:picChg chg="mod">
          <ac:chgData name="Bassett, Michael" userId="8e18abec-298a-430f-9cde-6265f12e2423" providerId="ADAL" clId="{8E922745-B281-4301-90F9-2706F37146CB}" dt="2023-03-30T16:26:57.963" v="11" actId="1076"/>
          <ac:picMkLst>
            <pc:docMk/>
            <pc:sldMk cId="3753051832" sldId="258"/>
            <ac:picMk id="84" creationId="{00000000-0000-0000-0000-000000000000}"/>
          </ac:picMkLst>
        </pc:picChg>
        <pc:picChg chg="mod">
          <ac:chgData name="Bassett, Michael" userId="8e18abec-298a-430f-9cde-6265f12e2423" providerId="ADAL" clId="{8E922745-B281-4301-90F9-2706F37146CB}" dt="2023-03-30T17:05:41.174" v="16" actId="1076"/>
          <ac:picMkLst>
            <pc:docMk/>
            <pc:sldMk cId="3753051832" sldId="258"/>
            <ac:picMk id="89" creationId="{00000000-0000-0000-0000-000000000000}"/>
          </ac:picMkLst>
        </pc:picChg>
        <pc:picChg chg="mod">
          <ac:chgData name="Bassett, Michael" userId="8e18abec-298a-430f-9cde-6265f12e2423" providerId="ADAL" clId="{8E922745-B281-4301-90F9-2706F37146CB}" dt="2023-03-30T16:25:59.846" v="3" actId="1076"/>
          <ac:picMkLst>
            <pc:docMk/>
            <pc:sldMk cId="3753051832" sldId="258"/>
            <ac:picMk id="94" creationId="{D5DD080B-7BD2-43C4-973C-D98DCA024FBF}"/>
          </ac:picMkLst>
        </pc:picChg>
      </pc:sldChg>
    </pc:docChg>
  </pc:docChgLst>
  <pc:docChgLst>
    <pc:chgData name="Bassett, Michael" userId="8e18abec-298a-430f-9cde-6265f12e2423" providerId="ADAL" clId="{8A53FD88-1814-4243-9FCD-E0C73AB88943}"/>
    <pc:docChg chg="custSel modSld">
      <pc:chgData name="Bassett, Michael" userId="8e18abec-298a-430f-9cde-6265f12e2423" providerId="ADAL" clId="{8A53FD88-1814-4243-9FCD-E0C73AB88943}" dt="2023-08-09T15:03:32.420" v="65" actId="1076"/>
      <pc:docMkLst>
        <pc:docMk/>
      </pc:docMkLst>
      <pc:sldChg chg="addSp delSp modSp mod">
        <pc:chgData name="Bassett, Michael" userId="8e18abec-298a-430f-9cde-6265f12e2423" providerId="ADAL" clId="{8A53FD88-1814-4243-9FCD-E0C73AB88943}" dt="2023-08-09T15:03:32.420" v="65" actId="1076"/>
        <pc:sldMkLst>
          <pc:docMk/>
          <pc:sldMk cId="3753051832" sldId="258"/>
        </pc:sldMkLst>
        <pc:picChg chg="add mod ord">
          <ac:chgData name="Bassett, Michael" userId="8e18abec-298a-430f-9cde-6265f12e2423" providerId="ADAL" clId="{8A53FD88-1814-4243-9FCD-E0C73AB88943}" dt="2023-08-09T14:56:59.940" v="39" actId="1076"/>
          <ac:picMkLst>
            <pc:docMk/>
            <pc:sldMk cId="3753051832" sldId="258"/>
            <ac:picMk id="3" creationId="{FB1C0E6C-8E14-88F8-6754-C1201DE5385C}"/>
          </ac:picMkLst>
        </pc:picChg>
        <pc:picChg chg="mod">
          <ac:chgData name="Bassett, Michael" userId="8e18abec-298a-430f-9cde-6265f12e2423" providerId="ADAL" clId="{8A53FD88-1814-4243-9FCD-E0C73AB88943}" dt="2023-08-09T14:54:41.286" v="32" actId="1076"/>
          <ac:picMkLst>
            <pc:docMk/>
            <pc:sldMk cId="3753051832" sldId="258"/>
            <ac:picMk id="4" creationId="{06F67A12-61F4-4181-8761-6E68A4D1BF07}"/>
          </ac:picMkLst>
        </pc:picChg>
        <pc:picChg chg="del">
          <ac:chgData name="Bassett, Michael" userId="8e18abec-298a-430f-9cde-6265f12e2423" providerId="ADAL" clId="{8A53FD88-1814-4243-9FCD-E0C73AB88943}" dt="2023-08-09T14:35:48.114" v="0" actId="478"/>
          <ac:picMkLst>
            <pc:docMk/>
            <pc:sldMk cId="3753051832" sldId="258"/>
            <ac:picMk id="6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4:58:57.971" v="47" actId="1076"/>
          <ac:picMkLst>
            <pc:docMk/>
            <pc:sldMk cId="3753051832" sldId="258"/>
            <ac:picMk id="8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5:02:55.900" v="61" actId="1076"/>
          <ac:picMkLst>
            <pc:docMk/>
            <pc:sldMk cId="3753051832" sldId="258"/>
            <ac:picMk id="10" creationId="{3ED4B3DE-6F10-4D61-93DB-5C947A3378CC}"/>
          </ac:picMkLst>
        </pc:picChg>
        <pc:picChg chg="mod ord">
          <ac:chgData name="Bassett, Michael" userId="8e18abec-298a-430f-9cde-6265f12e2423" providerId="ADAL" clId="{8A53FD88-1814-4243-9FCD-E0C73AB88943}" dt="2023-08-09T14:56:14.065" v="37" actId="167"/>
          <ac:picMkLst>
            <pc:docMk/>
            <pc:sldMk cId="3753051832" sldId="258"/>
            <ac:picMk id="16" creationId="{C38DB5CC-6C7D-4A19-8383-1EA5B47D8F82}"/>
          </ac:picMkLst>
        </pc:picChg>
        <pc:picChg chg="mod">
          <ac:chgData name="Bassett, Michael" userId="8e18abec-298a-430f-9cde-6265f12e2423" providerId="ADAL" clId="{8A53FD88-1814-4243-9FCD-E0C73AB88943}" dt="2023-08-09T15:02:01.120" v="59" actId="1076"/>
          <ac:picMkLst>
            <pc:docMk/>
            <pc:sldMk cId="3753051832" sldId="258"/>
            <ac:picMk id="17" creationId="{71909DF2-DF2C-0BC3-520A-F27A791BB30C}"/>
          </ac:picMkLst>
        </pc:picChg>
        <pc:picChg chg="mod">
          <ac:chgData name="Bassett, Michael" userId="8e18abec-298a-430f-9cde-6265f12e2423" providerId="ADAL" clId="{8A53FD88-1814-4243-9FCD-E0C73AB88943}" dt="2023-08-09T14:55:12.816" v="33" actId="1076"/>
          <ac:picMkLst>
            <pc:docMk/>
            <pc:sldMk cId="3753051832" sldId="258"/>
            <ac:picMk id="18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5:00:55.233" v="57" actId="1076"/>
          <ac:picMkLst>
            <pc:docMk/>
            <pc:sldMk cId="3753051832" sldId="258"/>
            <ac:picMk id="21" creationId="{003CBB15-3A9E-402C-9872-2A027358C9CA}"/>
          </ac:picMkLst>
        </pc:picChg>
        <pc:picChg chg="mod">
          <ac:chgData name="Bassett, Michael" userId="8e18abec-298a-430f-9cde-6265f12e2423" providerId="ADAL" clId="{8A53FD88-1814-4243-9FCD-E0C73AB88943}" dt="2023-08-09T14:58:38.288" v="46" actId="14100"/>
          <ac:picMkLst>
            <pc:docMk/>
            <pc:sldMk cId="3753051832" sldId="258"/>
            <ac:picMk id="25" creationId="{3CA942E8-9E96-E120-343E-4F0491FC6545}"/>
          </ac:picMkLst>
        </pc:picChg>
        <pc:picChg chg="mod">
          <ac:chgData name="Bassett, Michael" userId="8e18abec-298a-430f-9cde-6265f12e2423" providerId="ADAL" clId="{8A53FD88-1814-4243-9FCD-E0C73AB88943}" dt="2023-08-09T15:00:10.700" v="54" actId="1076"/>
          <ac:picMkLst>
            <pc:docMk/>
            <pc:sldMk cId="3753051832" sldId="258"/>
            <ac:picMk id="43" creationId="{FC2B0FFE-3B9E-7B10-FACF-B624FE790E97}"/>
          </ac:picMkLst>
        </pc:picChg>
        <pc:picChg chg="mod">
          <ac:chgData name="Bassett, Michael" userId="8e18abec-298a-430f-9cde-6265f12e2423" providerId="ADAL" clId="{8A53FD88-1814-4243-9FCD-E0C73AB88943}" dt="2023-08-09T14:53:22.666" v="26" actId="1076"/>
          <ac:picMkLst>
            <pc:docMk/>
            <pc:sldMk cId="3753051832" sldId="258"/>
            <ac:picMk id="49" creationId="{139615C3-98A1-7FD7-5EDB-CB82ABD79751}"/>
          </ac:picMkLst>
        </pc:picChg>
        <pc:picChg chg="mod">
          <ac:chgData name="Bassett, Michael" userId="8e18abec-298a-430f-9cde-6265f12e2423" providerId="ADAL" clId="{8A53FD88-1814-4243-9FCD-E0C73AB88943}" dt="2023-08-09T14:43:22.465" v="14" actId="1076"/>
          <ac:picMkLst>
            <pc:docMk/>
            <pc:sldMk cId="3753051832" sldId="258"/>
            <ac:picMk id="53" creationId="{C1F7A84D-D5DB-495B-8ED5-B34538625CE6}"/>
          </ac:picMkLst>
        </pc:picChg>
        <pc:picChg chg="mod">
          <ac:chgData name="Bassett, Michael" userId="8e18abec-298a-430f-9cde-6265f12e2423" providerId="ADAL" clId="{8A53FD88-1814-4243-9FCD-E0C73AB88943}" dt="2023-08-09T14:56:35.561" v="38" actId="1076"/>
          <ac:picMkLst>
            <pc:docMk/>
            <pc:sldMk cId="3753051832" sldId="258"/>
            <ac:picMk id="54" creationId="{1A42B316-EEFA-4925-AAE1-332F3F70AB76}"/>
          </ac:picMkLst>
        </pc:picChg>
        <pc:picChg chg="mod">
          <ac:chgData name="Bassett, Michael" userId="8e18abec-298a-430f-9cde-6265f12e2423" providerId="ADAL" clId="{8A53FD88-1814-4243-9FCD-E0C73AB88943}" dt="2023-08-09T14:57:35.344" v="42" actId="1076"/>
          <ac:picMkLst>
            <pc:docMk/>
            <pc:sldMk cId="3753051832" sldId="258"/>
            <ac:picMk id="61" creationId="{E4AE635B-C4BB-48FE-8126-F13F714FC68A}"/>
          </ac:picMkLst>
        </pc:picChg>
        <pc:picChg chg="mod">
          <ac:chgData name="Bassett, Michael" userId="8e18abec-298a-430f-9cde-6265f12e2423" providerId="ADAL" clId="{8A53FD88-1814-4243-9FCD-E0C73AB88943}" dt="2023-08-09T15:02:55.270" v="60" actId="1076"/>
          <ac:picMkLst>
            <pc:docMk/>
            <pc:sldMk cId="3753051832" sldId="258"/>
            <ac:picMk id="63" creationId="{36EF5780-1447-4AD0-97AB-7AFE4F153A6B}"/>
          </ac:picMkLst>
        </pc:picChg>
        <pc:picChg chg="mod">
          <ac:chgData name="Bassett, Michael" userId="8e18abec-298a-430f-9cde-6265f12e2423" providerId="ADAL" clId="{8A53FD88-1814-4243-9FCD-E0C73AB88943}" dt="2023-08-09T15:00:00.571" v="53" actId="1076"/>
          <ac:picMkLst>
            <pc:docMk/>
            <pc:sldMk cId="3753051832" sldId="258"/>
            <ac:picMk id="67" creationId="{BD984023-C0AB-057F-9CD6-9D53222F1F58}"/>
          </ac:picMkLst>
        </pc:picChg>
        <pc:picChg chg="mod">
          <ac:chgData name="Bassett, Michael" userId="8e18abec-298a-430f-9cde-6265f12e2423" providerId="ADAL" clId="{8A53FD88-1814-4243-9FCD-E0C73AB88943}" dt="2023-08-09T15:03:32.420" v="65" actId="1076"/>
          <ac:picMkLst>
            <pc:docMk/>
            <pc:sldMk cId="3753051832" sldId="258"/>
            <ac:picMk id="69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4:58:31.303" v="45" actId="1076"/>
          <ac:picMkLst>
            <pc:docMk/>
            <pc:sldMk cId="3753051832" sldId="258"/>
            <ac:picMk id="70" creationId="{73C65241-CC7E-66C0-C10B-F117E55B3B5A}"/>
          </ac:picMkLst>
        </pc:picChg>
        <pc:picChg chg="mod">
          <ac:chgData name="Bassett, Michael" userId="8e18abec-298a-430f-9cde-6265f12e2423" providerId="ADAL" clId="{8A53FD88-1814-4243-9FCD-E0C73AB88943}" dt="2023-08-09T15:03:17.897" v="64" actId="1076"/>
          <ac:picMkLst>
            <pc:docMk/>
            <pc:sldMk cId="3753051832" sldId="258"/>
            <ac:picMk id="72" creationId="{8E11B4E1-C195-285F-8256-D43E95D42F16}"/>
          </ac:picMkLst>
        </pc:picChg>
        <pc:picChg chg="mod">
          <ac:chgData name="Bassett, Michael" userId="8e18abec-298a-430f-9cde-6265f12e2423" providerId="ADAL" clId="{8A53FD88-1814-4243-9FCD-E0C73AB88943}" dt="2023-08-09T14:53:29.563" v="27" actId="1076"/>
          <ac:picMkLst>
            <pc:docMk/>
            <pc:sldMk cId="3753051832" sldId="258"/>
            <ac:picMk id="73" creationId="{08C89EBC-8CCF-11F7-7BA5-542D0A5EAF4E}"/>
          </ac:picMkLst>
        </pc:picChg>
        <pc:picChg chg="mod">
          <ac:chgData name="Bassett, Michael" userId="8e18abec-298a-430f-9cde-6265f12e2423" providerId="ADAL" clId="{8A53FD88-1814-4243-9FCD-E0C73AB88943}" dt="2023-08-09T14:58:03.236" v="43" actId="1076"/>
          <ac:picMkLst>
            <pc:docMk/>
            <pc:sldMk cId="3753051832" sldId="258"/>
            <ac:picMk id="74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4:58:21.039" v="44" actId="1076"/>
          <ac:picMkLst>
            <pc:docMk/>
            <pc:sldMk cId="3753051832" sldId="258"/>
            <ac:picMk id="84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5:00:35.183" v="55" actId="1076"/>
          <ac:picMkLst>
            <pc:docMk/>
            <pc:sldMk cId="3753051832" sldId="258"/>
            <ac:picMk id="86" creationId="{00000000-0000-0000-0000-000000000000}"/>
          </ac:picMkLst>
        </pc:picChg>
        <pc:picChg chg="mod">
          <ac:chgData name="Bassett, Michael" userId="8e18abec-298a-430f-9cde-6265f12e2423" providerId="ADAL" clId="{8A53FD88-1814-4243-9FCD-E0C73AB88943}" dt="2023-08-09T14:53:54.853" v="30" actId="1076"/>
          <ac:picMkLst>
            <pc:docMk/>
            <pc:sldMk cId="3753051832" sldId="258"/>
            <ac:picMk id="87" creationId="{C611F003-B24C-AE19-A340-315792CF7AB9}"/>
          </ac:picMkLst>
        </pc:picChg>
      </pc:sldChg>
    </pc:docChg>
  </pc:docChgLst>
  <pc:docChgLst>
    <pc:chgData name="Bassett, Michael" userId="8e18abec-298a-430f-9cde-6265f12e2423" providerId="ADAL" clId="{745D4BC5-29B0-4793-986B-C105928EFDF9}"/>
    <pc:docChg chg="undo custSel modSld">
      <pc:chgData name="Bassett, Michael" userId="8e18abec-298a-430f-9cde-6265f12e2423" providerId="ADAL" clId="{745D4BC5-29B0-4793-986B-C105928EFDF9}" dt="2023-03-14T15:54:38.743" v="302" actId="1076"/>
      <pc:docMkLst>
        <pc:docMk/>
      </pc:docMkLst>
      <pc:sldChg chg="addSp delSp modSp mod">
        <pc:chgData name="Bassett, Michael" userId="8e18abec-298a-430f-9cde-6265f12e2423" providerId="ADAL" clId="{745D4BC5-29B0-4793-986B-C105928EFDF9}" dt="2023-03-14T15:54:38.743" v="302" actId="1076"/>
        <pc:sldMkLst>
          <pc:docMk/>
          <pc:sldMk cId="3753051832" sldId="258"/>
        </pc:sldMkLst>
        <pc:picChg chg="del">
          <ac:chgData name="Bassett, Michael" userId="8e18abec-298a-430f-9cde-6265f12e2423" providerId="ADAL" clId="{745D4BC5-29B0-4793-986B-C105928EFDF9}" dt="2023-03-10T22:48:00.939" v="58" actId="478"/>
          <ac:picMkLst>
            <pc:docMk/>
            <pc:sldMk cId="3753051832" sldId="258"/>
            <ac:picMk id="2" creationId="{00000000-0000-0000-0000-000000000000}"/>
          </ac:picMkLst>
        </pc:picChg>
        <pc:picChg chg="add del mod">
          <ac:chgData name="Bassett, Michael" userId="8e18abec-298a-430f-9cde-6265f12e2423" providerId="ADAL" clId="{745D4BC5-29B0-4793-986B-C105928EFDF9}" dt="2023-03-14T15:53:07.913" v="283" actId="478"/>
          <ac:picMkLst>
            <pc:docMk/>
            <pc:sldMk cId="3753051832" sldId="258"/>
            <ac:picMk id="3" creationId="{0E5EA4CB-FC5C-5005-A2BB-9394601E01A4}"/>
          </ac:picMkLst>
        </pc:picChg>
        <pc:picChg chg="mod">
          <ac:chgData name="Bassett, Michael" userId="8e18abec-298a-430f-9cde-6265f12e2423" providerId="ADAL" clId="{745D4BC5-29B0-4793-986B-C105928EFDF9}" dt="2023-03-10T23:30:05.020" v="261" actId="1076"/>
          <ac:picMkLst>
            <pc:docMk/>
            <pc:sldMk cId="3753051832" sldId="258"/>
            <ac:picMk id="4" creationId="{06F67A12-61F4-4181-8761-6E68A4D1BF07}"/>
          </ac:picMkLst>
        </pc:picChg>
        <pc:picChg chg="mod">
          <ac:chgData name="Bassett, Michael" userId="8e18abec-298a-430f-9cde-6265f12e2423" providerId="ADAL" clId="{745D4BC5-29B0-4793-986B-C105928EFDF9}" dt="2023-03-10T23:13:08.105" v="173" actId="1076"/>
          <ac:picMkLst>
            <pc:docMk/>
            <pc:sldMk cId="3753051832" sldId="258"/>
            <ac:picMk id="5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07:59.626" v="146" actId="1076"/>
          <ac:picMkLst>
            <pc:docMk/>
            <pc:sldMk cId="3753051832" sldId="258"/>
            <ac:picMk id="6" creationId="{00000000-0000-0000-0000-000000000000}"/>
          </ac:picMkLst>
        </pc:picChg>
        <pc:picChg chg="add del mod">
          <ac:chgData name="Bassett, Michael" userId="8e18abec-298a-430f-9cde-6265f12e2423" providerId="ADAL" clId="{745D4BC5-29B0-4793-986B-C105928EFDF9}" dt="2023-03-10T23:19:36.873" v="190" actId="1076"/>
          <ac:picMkLst>
            <pc:docMk/>
            <pc:sldMk cId="3753051832" sldId="258"/>
            <ac:picMk id="8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31:51.902" v="269" actId="1076"/>
          <ac:picMkLst>
            <pc:docMk/>
            <pc:sldMk cId="3753051832" sldId="258"/>
            <ac:picMk id="9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31:57.736" v="270" actId="1076"/>
          <ac:picMkLst>
            <pc:docMk/>
            <pc:sldMk cId="3753051832" sldId="258"/>
            <ac:picMk id="10" creationId="{3ED4B3DE-6F10-4D61-93DB-5C947A3378CC}"/>
          </ac:picMkLst>
        </pc:picChg>
        <pc:picChg chg="add mod">
          <ac:chgData name="Bassett, Michael" userId="8e18abec-298a-430f-9cde-6265f12e2423" providerId="ADAL" clId="{745D4BC5-29B0-4793-986B-C105928EFDF9}" dt="2023-03-13T12:29:03.795" v="277" actId="1076"/>
          <ac:picMkLst>
            <pc:docMk/>
            <pc:sldMk cId="3753051832" sldId="258"/>
            <ac:picMk id="11" creationId="{F0C125C6-6AA6-87BC-59C6-0B1B2B1777D0}"/>
          </ac:picMkLst>
        </pc:picChg>
        <pc:picChg chg="del">
          <ac:chgData name="Bassett, Michael" userId="8e18abec-298a-430f-9cde-6265f12e2423" providerId="ADAL" clId="{745D4BC5-29B0-4793-986B-C105928EFDF9}" dt="2023-03-10T22:42:11.245" v="11" actId="478"/>
          <ac:picMkLst>
            <pc:docMk/>
            <pc:sldMk cId="3753051832" sldId="258"/>
            <ac:picMk id="11" creationId="{F87E45F9-F233-4CAE-B654-A5451E4F96B6}"/>
          </ac:picMkLst>
        </pc:picChg>
        <pc:picChg chg="mod">
          <ac:chgData name="Bassett, Michael" userId="8e18abec-298a-430f-9cde-6265f12e2423" providerId="ADAL" clId="{745D4BC5-29B0-4793-986B-C105928EFDF9}" dt="2023-03-10T23:31:35.246" v="268" actId="14100"/>
          <ac:picMkLst>
            <pc:docMk/>
            <pc:sldMk cId="3753051832" sldId="258"/>
            <ac:picMk id="15" creationId="{E0898FD6-3268-4229-8771-D7B9D20A3C8B}"/>
          </ac:picMkLst>
        </pc:picChg>
        <pc:picChg chg="mod">
          <ac:chgData name="Bassett, Michael" userId="8e18abec-298a-430f-9cde-6265f12e2423" providerId="ADAL" clId="{745D4BC5-29B0-4793-986B-C105928EFDF9}" dt="2023-03-10T23:30:01.519" v="260" actId="1076"/>
          <ac:picMkLst>
            <pc:docMk/>
            <pc:sldMk cId="3753051832" sldId="258"/>
            <ac:picMk id="16" creationId="{C38DB5CC-6C7D-4A19-8383-1EA5B47D8F82}"/>
          </ac:picMkLst>
        </pc:picChg>
        <pc:picChg chg="del">
          <ac:chgData name="Bassett, Michael" userId="8e18abec-298a-430f-9cde-6265f12e2423" providerId="ADAL" clId="{745D4BC5-29B0-4793-986B-C105928EFDF9}" dt="2023-03-10T22:43:04.847" v="19" actId="478"/>
          <ac:picMkLst>
            <pc:docMk/>
            <pc:sldMk cId="3753051832" sldId="258"/>
            <ac:picMk id="17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4T15:54:18.984" v="299" actId="1076"/>
          <ac:picMkLst>
            <pc:docMk/>
            <pc:sldMk cId="3753051832" sldId="258"/>
            <ac:picMk id="17" creationId="{71909DF2-DF2C-0BC3-520A-F27A791BB30C}"/>
          </ac:picMkLst>
        </pc:picChg>
        <pc:picChg chg="mod">
          <ac:chgData name="Bassett, Michael" userId="8e18abec-298a-430f-9cde-6265f12e2423" providerId="ADAL" clId="{745D4BC5-29B0-4793-986B-C105928EFDF9}" dt="2023-03-10T23:30:58.083" v="264" actId="1076"/>
          <ac:picMkLst>
            <pc:docMk/>
            <pc:sldMk cId="3753051832" sldId="258"/>
            <ac:picMk id="18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56:20.214" v="92" actId="478"/>
          <ac:picMkLst>
            <pc:docMk/>
            <pc:sldMk cId="3753051832" sldId="258"/>
            <ac:picMk id="19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05:15.830" v="126" actId="1076"/>
          <ac:picMkLst>
            <pc:docMk/>
            <pc:sldMk cId="3753051832" sldId="258"/>
            <ac:picMk id="20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4T15:53:51.875" v="294" actId="1076"/>
          <ac:picMkLst>
            <pc:docMk/>
            <pc:sldMk cId="3753051832" sldId="258"/>
            <ac:picMk id="21" creationId="{003CBB15-3A9E-402C-9872-2A027358C9CA}"/>
          </ac:picMkLst>
        </pc:picChg>
        <pc:picChg chg="del">
          <ac:chgData name="Bassett, Michael" userId="8e18abec-298a-430f-9cde-6265f12e2423" providerId="ADAL" clId="{745D4BC5-29B0-4793-986B-C105928EFDF9}" dt="2023-03-10T22:46:34.648" v="50" actId="478"/>
          <ac:picMkLst>
            <pc:docMk/>
            <pc:sldMk cId="3753051832" sldId="258"/>
            <ac:picMk id="22" creationId="{A3D4E4A6-2539-4CF7-AD7F-987091858433}"/>
          </ac:picMkLst>
        </pc:picChg>
        <pc:picChg chg="mod">
          <ac:chgData name="Bassett, Michael" userId="8e18abec-298a-430f-9cde-6265f12e2423" providerId="ADAL" clId="{745D4BC5-29B0-4793-986B-C105928EFDF9}" dt="2023-03-10T23:27:15.793" v="241" actId="1076"/>
          <ac:picMkLst>
            <pc:docMk/>
            <pc:sldMk cId="3753051832" sldId="258"/>
            <ac:picMk id="23" creationId="{1F27B6EC-B437-4521-8A4C-788E4FC67F63}"/>
          </ac:picMkLst>
        </pc:picChg>
        <pc:picChg chg="del">
          <ac:chgData name="Bassett, Michael" userId="8e18abec-298a-430f-9cde-6265f12e2423" providerId="ADAL" clId="{745D4BC5-29B0-4793-986B-C105928EFDF9}" dt="2023-03-10T22:47:21.168" v="55" actId="478"/>
          <ac:picMkLst>
            <pc:docMk/>
            <pc:sldMk cId="3753051832" sldId="258"/>
            <ac:picMk id="24" creationId="{00000000-0000-0000-0000-000000000000}"/>
          </ac:picMkLst>
        </pc:picChg>
        <pc:picChg chg="add mod ord">
          <ac:chgData name="Bassett, Michael" userId="8e18abec-298a-430f-9cde-6265f12e2423" providerId="ADAL" clId="{745D4BC5-29B0-4793-986B-C105928EFDF9}" dt="2023-03-13T12:29:14.531" v="278" actId="1076"/>
          <ac:picMkLst>
            <pc:docMk/>
            <pc:sldMk cId="3753051832" sldId="258"/>
            <ac:picMk id="25" creationId="{3CA942E8-9E96-E120-343E-4F0491FC6545}"/>
          </ac:picMkLst>
        </pc:picChg>
        <pc:picChg chg="mod">
          <ac:chgData name="Bassett, Michael" userId="8e18abec-298a-430f-9cde-6265f12e2423" providerId="ADAL" clId="{745D4BC5-29B0-4793-986B-C105928EFDF9}" dt="2023-03-10T23:00:51.362" v="103" actId="1076"/>
          <ac:picMkLst>
            <pc:docMk/>
            <pc:sldMk cId="3753051832" sldId="258"/>
            <ac:picMk id="26" creationId="{00000000-0000-0000-0000-000000000000}"/>
          </ac:picMkLst>
        </pc:picChg>
        <pc:picChg chg="add del mod ord">
          <ac:chgData name="Bassett, Michael" userId="8e18abec-298a-430f-9cde-6265f12e2423" providerId="ADAL" clId="{745D4BC5-29B0-4793-986B-C105928EFDF9}" dt="2023-03-13T12:28:51.135" v="275" actId="478"/>
          <ac:picMkLst>
            <pc:docMk/>
            <pc:sldMk cId="3753051832" sldId="258"/>
            <ac:picMk id="27" creationId="{0D00D4F0-4F4A-62B1-2A47-CE3642F763F1}"/>
          </ac:picMkLst>
        </pc:picChg>
        <pc:picChg chg="del">
          <ac:chgData name="Bassett, Michael" userId="8e18abec-298a-430f-9cde-6265f12e2423" providerId="ADAL" clId="{745D4BC5-29B0-4793-986B-C105928EFDF9}" dt="2023-03-10T22:40:25.863" v="0" actId="478"/>
          <ac:picMkLst>
            <pc:docMk/>
            <pc:sldMk cId="3753051832" sldId="258"/>
            <ac:picMk id="28" creationId="{3C160A78-C195-46ED-A4A9-B0463A338046}"/>
          </ac:picMkLst>
        </pc:picChg>
        <pc:picChg chg="del">
          <ac:chgData name="Bassett, Michael" userId="8e18abec-298a-430f-9cde-6265f12e2423" providerId="ADAL" clId="{745D4BC5-29B0-4793-986B-C105928EFDF9}" dt="2023-03-10T22:41:38.014" v="7" actId="478"/>
          <ac:picMkLst>
            <pc:docMk/>
            <pc:sldMk cId="3753051832" sldId="258"/>
            <ac:picMk id="29" creationId="{00000000-0000-0000-0000-000000000000}"/>
          </ac:picMkLst>
        </pc:picChg>
        <pc:picChg chg="mod ord">
          <ac:chgData name="Bassett, Michael" userId="8e18abec-298a-430f-9cde-6265f12e2423" providerId="ADAL" clId="{745D4BC5-29B0-4793-986B-C105928EFDF9}" dt="2023-03-10T23:23:47.156" v="211" actId="1076"/>
          <ac:picMkLst>
            <pc:docMk/>
            <pc:sldMk cId="3753051832" sldId="258"/>
            <ac:picMk id="30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4T15:54:38.743" v="302" actId="1076"/>
          <ac:picMkLst>
            <pc:docMk/>
            <pc:sldMk cId="3753051832" sldId="258"/>
            <ac:picMk id="31" creationId="{0554015B-0026-4ADE-A8C2-1B2FA6F90DB0}"/>
          </ac:picMkLst>
        </pc:picChg>
        <pc:picChg chg="add mod">
          <ac:chgData name="Bassett, Michael" userId="8e18abec-298a-430f-9cde-6265f12e2423" providerId="ADAL" clId="{745D4BC5-29B0-4793-986B-C105928EFDF9}" dt="2023-03-10T23:31:14.666" v="265" actId="1076"/>
          <ac:picMkLst>
            <pc:docMk/>
            <pc:sldMk cId="3753051832" sldId="258"/>
            <ac:picMk id="32" creationId="{054FEA66-AEA9-3CE3-5774-C109C3E05C6E}"/>
          </ac:picMkLst>
        </pc:picChg>
        <pc:picChg chg="mod">
          <ac:chgData name="Bassett, Michael" userId="8e18abec-298a-430f-9cde-6265f12e2423" providerId="ADAL" clId="{745D4BC5-29B0-4793-986B-C105928EFDF9}" dt="2023-03-10T23:24:02.183" v="214" actId="1076"/>
          <ac:picMkLst>
            <pc:docMk/>
            <pc:sldMk cId="3753051832" sldId="258"/>
            <ac:picMk id="33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28:26.088" v="252" actId="1076"/>
          <ac:picMkLst>
            <pc:docMk/>
            <pc:sldMk cId="3753051832" sldId="258"/>
            <ac:picMk id="34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54:19.579" v="80" actId="478"/>
          <ac:picMkLst>
            <pc:docMk/>
            <pc:sldMk cId="3753051832" sldId="258"/>
            <ac:picMk id="35" creationId="{9C72CC90-26C2-42C5-94E9-A967CE00F3A9}"/>
          </ac:picMkLst>
        </pc:picChg>
        <pc:picChg chg="del">
          <ac:chgData name="Bassett, Michael" userId="8e18abec-298a-430f-9cde-6265f12e2423" providerId="ADAL" clId="{745D4BC5-29B0-4793-986B-C105928EFDF9}" dt="2023-03-10T22:42:44.002" v="16" actId="478"/>
          <ac:picMkLst>
            <pc:docMk/>
            <pc:sldMk cId="3753051832" sldId="258"/>
            <ac:picMk id="36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33:00.643" v="274" actId="1076"/>
          <ac:picMkLst>
            <pc:docMk/>
            <pc:sldMk cId="3753051832" sldId="258"/>
            <ac:picMk id="37" creationId="{550A8414-9871-43A1-91D3-2647E864BCA6}"/>
          </ac:picMkLst>
        </pc:picChg>
        <pc:picChg chg="mod">
          <ac:chgData name="Bassett, Michael" userId="8e18abec-298a-430f-9cde-6265f12e2423" providerId="ADAL" clId="{745D4BC5-29B0-4793-986B-C105928EFDF9}" dt="2023-03-10T23:25:13.498" v="224" actId="1076"/>
          <ac:picMkLst>
            <pc:docMk/>
            <pc:sldMk cId="3753051832" sldId="258"/>
            <ac:picMk id="38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45:09.746" v="43" actId="478"/>
          <ac:picMkLst>
            <pc:docMk/>
            <pc:sldMk cId="3753051832" sldId="258"/>
            <ac:picMk id="39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27:52.486" v="246" actId="1076"/>
          <ac:picMkLst>
            <pc:docMk/>
            <pc:sldMk cId="3753051832" sldId="258"/>
            <ac:picMk id="40" creationId="{6A389441-EEB6-44D7-BE3B-FBC647513728}"/>
          </ac:picMkLst>
        </pc:picChg>
        <pc:picChg chg="add mod">
          <ac:chgData name="Bassett, Michael" userId="8e18abec-298a-430f-9cde-6265f12e2423" providerId="ADAL" clId="{745D4BC5-29B0-4793-986B-C105928EFDF9}" dt="2023-03-14T15:54:26.608" v="301" actId="1076"/>
          <ac:picMkLst>
            <pc:docMk/>
            <pc:sldMk cId="3753051832" sldId="258"/>
            <ac:picMk id="41" creationId="{EB4E837B-9C08-9B50-3BAE-89A2FA95F2BA}"/>
          </ac:picMkLst>
        </pc:picChg>
        <pc:picChg chg="add mod">
          <ac:chgData name="Bassett, Michael" userId="8e18abec-298a-430f-9cde-6265f12e2423" providerId="ADAL" clId="{745D4BC5-29B0-4793-986B-C105928EFDF9}" dt="2023-03-14T15:53:59.108" v="295" actId="1076"/>
          <ac:picMkLst>
            <pc:docMk/>
            <pc:sldMk cId="3753051832" sldId="258"/>
            <ac:picMk id="43" creationId="{FC2B0FFE-3B9E-7B10-FACF-B624FE790E97}"/>
          </ac:picMkLst>
        </pc:picChg>
        <pc:picChg chg="del">
          <ac:chgData name="Bassett, Michael" userId="8e18abec-298a-430f-9cde-6265f12e2423" providerId="ADAL" clId="{745D4BC5-29B0-4793-986B-C105928EFDF9}" dt="2023-03-10T22:55:22.780" v="86" actId="478"/>
          <ac:picMkLst>
            <pc:docMk/>
            <pc:sldMk cId="3753051832" sldId="258"/>
            <ac:picMk id="44" creationId="{4618825A-E295-4281-92C5-8671A6934283}"/>
          </ac:picMkLst>
        </pc:picChg>
        <pc:picChg chg="del">
          <ac:chgData name="Bassett, Michael" userId="8e18abec-298a-430f-9cde-6265f12e2423" providerId="ADAL" clId="{745D4BC5-29B0-4793-986B-C105928EFDF9}" dt="2023-03-10T22:57:43.317" v="95" actId="478"/>
          <ac:picMkLst>
            <pc:docMk/>
            <pc:sldMk cId="3753051832" sldId="258"/>
            <ac:picMk id="45" creationId="{42D57D9A-371A-404F-A8C5-CF3833E9BD93}"/>
          </ac:picMkLst>
        </pc:picChg>
        <pc:picChg chg="mod ord">
          <ac:chgData name="Bassett, Michael" userId="8e18abec-298a-430f-9cde-6265f12e2423" providerId="ADAL" clId="{745D4BC5-29B0-4793-986B-C105928EFDF9}" dt="2023-03-10T23:04:24.180" v="124" actId="1076"/>
          <ac:picMkLst>
            <pc:docMk/>
            <pc:sldMk cId="3753051832" sldId="258"/>
            <ac:picMk id="47" creationId="{D41941C5-6786-45E3-BD76-DDCB6EDA2F8A}"/>
          </ac:picMkLst>
        </pc:picChg>
        <pc:picChg chg="add mod">
          <ac:chgData name="Bassett, Michael" userId="8e18abec-298a-430f-9cde-6265f12e2423" providerId="ADAL" clId="{745D4BC5-29B0-4793-986B-C105928EFDF9}" dt="2023-03-10T22:44:08.177" v="31" actId="1076"/>
          <ac:picMkLst>
            <pc:docMk/>
            <pc:sldMk cId="3753051832" sldId="258"/>
            <ac:picMk id="49" creationId="{139615C3-98A1-7FD7-5EDB-CB82ABD79751}"/>
          </ac:picMkLst>
        </pc:picChg>
        <pc:picChg chg="mod">
          <ac:chgData name="Bassett, Michael" userId="8e18abec-298a-430f-9cde-6265f12e2423" providerId="ADAL" clId="{745D4BC5-29B0-4793-986B-C105928EFDF9}" dt="2023-03-10T23:27:28.820" v="243" actId="1076"/>
          <ac:picMkLst>
            <pc:docMk/>
            <pc:sldMk cId="3753051832" sldId="258"/>
            <ac:picMk id="51" creationId="{6090BD52-C539-4207-ADC0-1EC935B46A50}"/>
          </ac:picMkLst>
        </pc:picChg>
        <pc:picChg chg="mod">
          <ac:chgData name="Bassett, Michael" userId="8e18abec-298a-430f-9cde-6265f12e2423" providerId="ADAL" clId="{745D4BC5-29B0-4793-986B-C105928EFDF9}" dt="2023-03-10T23:23:35.645" v="208" actId="14100"/>
          <ac:picMkLst>
            <pc:docMk/>
            <pc:sldMk cId="3753051832" sldId="258"/>
            <ac:picMk id="53" creationId="{C1F7A84D-D5DB-495B-8ED5-B34538625CE6}"/>
          </ac:picMkLst>
        </pc:picChg>
        <pc:picChg chg="mod">
          <ac:chgData name="Bassett, Michael" userId="8e18abec-298a-430f-9cde-6265f12e2423" providerId="ADAL" clId="{745D4BC5-29B0-4793-986B-C105928EFDF9}" dt="2023-03-10T23:23:40.416" v="209" actId="1076"/>
          <ac:picMkLst>
            <pc:docMk/>
            <pc:sldMk cId="3753051832" sldId="258"/>
            <ac:picMk id="54" creationId="{1A42B316-EEFA-4925-AAE1-332F3F70AB76}"/>
          </ac:picMkLst>
        </pc:picChg>
        <pc:picChg chg="del">
          <ac:chgData name="Bassett, Michael" userId="8e18abec-298a-430f-9cde-6265f12e2423" providerId="ADAL" clId="{745D4BC5-29B0-4793-986B-C105928EFDF9}" dt="2023-03-10T22:49:01.646" v="65" actId="478"/>
          <ac:picMkLst>
            <pc:docMk/>
            <pc:sldMk cId="3753051832" sldId="258"/>
            <ac:picMk id="55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28:18.893" v="250" actId="1076"/>
          <ac:picMkLst>
            <pc:docMk/>
            <pc:sldMk cId="3753051832" sldId="258"/>
            <ac:picMk id="56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23:55.842" v="212" actId="14100"/>
          <ac:picMkLst>
            <pc:docMk/>
            <pc:sldMk cId="3753051832" sldId="258"/>
            <ac:picMk id="57" creationId="{BBC7EDC4-84E4-4BF9-9D30-C7803AEF6B19}"/>
          </ac:picMkLst>
        </pc:picChg>
        <pc:picChg chg="mod">
          <ac:chgData name="Bassett, Michael" userId="8e18abec-298a-430f-9cde-6265f12e2423" providerId="ADAL" clId="{745D4BC5-29B0-4793-986B-C105928EFDF9}" dt="2023-03-10T23:28:22.569" v="251" actId="1076"/>
          <ac:picMkLst>
            <pc:docMk/>
            <pc:sldMk cId="3753051832" sldId="258"/>
            <ac:picMk id="58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24:54.991" v="221" actId="1076"/>
          <ac:picMkLst>
            <pc:docMk/>
            <pc:sldMk cId="3753051832" sldId="258"/>
            <ac:picMk id="60" creationId="{E90E8EEC-5F48-F9EB-3490-E2037869E550}"/>
          </ac:picMkLst>
        </pc:picChg>
        <pc:picChg chg="mod">
          <ac:chgData name="Bassett, Michael" userId="8e18abec-298a-430f-9cde-6265f12e2423" providerId="ADAL" clId="{745D4BC5-29B0-4793-986B-C105928EFDF9}" dt="2023-03-10T23:28:53.810" v="254" actId="1076"/>
          <ac:picMkLst>
            <pc:docMk/>
            <pc:sldMk cId="3753051832" sldId="258"/>
            <ac:picMk id="62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15:41.988" v="185" actId="1076"/>
          <ac:picMkLst>
            <pc:docMk/>
            <pc:sldMk cId="3753051832" sldId="258"/>
            <ac:picMk id="63" creationId="{36EF5780-1447-4AD0-97AB-7AFE4F153A6B}"/>
          </ac:picMkLst>
        </pc:picChg>
        <pc:picChg chg="mod">
          <ac:chgData name="Bassett, Michael" userId="8e18abec-298a-430f-9cde-6265f12e2423" providerId="ADAL" clId="{745D4BC5-29B0-4793-986B-C105928EFDF9}" dt="2023-03-10T23:28:41.782" v="253" actId="1076"/>
          <ac:picMkLst>
            <pc:docMk/>
            <pc:sldMk cId="3753051832" sldId="258"/>
            <ac:picMk id="64" creationId="{2C69FC69-E679-4606-92D1-575B2687F45F}"/>
          </ac:picMkLst>
        </pc:picChg>
        <pc:picChg chg="del">
          <ac:chgData name="Bassett, Michael" userId="8e18abec-298a-430f-9cde-6265f12e2423" providerId="ADAL" clId="{745D4BC5-29B0-4793-986B-C105928EFDF9}" dt="2023-03-10T22:54:57.675" v="83" actId="478"/>
          <ac:picMkLst>
            <pc:docMk/>
            <pc:sldMk cId="3753051832" sldId="258"/>
            <ac:picMk id="65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31:25.034" v="266" actId="1076"/>
          <ac:picMkLst>
            <pc:docMk/>
            <pc:sldMk cId="3753051832" sldId="258"/>
            <ac:picMk id="66" creationId="{B87C1B0E-9D32-09FE-0640-83E24F0A22E8}"/>
          </ac:picMkLst>
        </pc:picChg>
        <pc:picChg chg="add mod">
          <ac:chgData name="Bassett, Michael" userId="8e18abec-298a-430f-9cde-6265f12e2423" providerId="ADAL" clId="{745D4BC5-29B0-4793-986B-C105928EFDF9}" dt="2023-03-14T15:53:47.595" v="293" actId="1076"/>
          <ac:picMkLst>
            <pc:docMk/>
            <pc:sldMk cId="3753051832" sldId="258"/>
            <ac:picMk id="67" creationId="{BD984023-C0AB-057F-9CD6-9D53222F1F58}"/>
          </ac:picMkLst>
        </pc:picChg>
        <pc:picChg chg="mod">
          <ac:chgData name="Bassett, Michael" userId="8e18abec-298a-430f-9cde-6265f12e2423" providerId="ADAL" clId="{745D4BC5-29B0-4793-986B-C105928EFDF9}" dt="2023-03-10T23:26:16.967" v="235" actId="1076"/>
          <ac:picMkLst>
            <pc:docMk/>
            <pc:sldMk cId="3753051832" sldId="258"/>
            <ac:picMk id="69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27:33.845" v="244" actId="1076"/>
          <ac:picMkLst>
            <pc:docMk/>
            <pc:sldMk cId="3753051832" sldId="258"/>
            <ac:picMk id="70" creationId="{73C65241-CC7E-66C0-C10B-F117E55B3B5A}"/>
          </ac:picMkLst>
        </pc:picChg>
        <pc:picChg chg="del">
          <ac:chgData name="Bassett, Michael" userId="8e18abec-298a-430f-9cde-6265f12e2423" providerId="ADAL" clId="{745D4BC5-29B0-4793-986B-C105928EFDF9}" dt="2023-03-10T22:44:39.518" v="38" actId="478"/>
          <ac:picMkLst>
            <pc:docMk/>
            <pc:sldMk cId="3753051832" sldId="258"/>
            <ac:picMk id="71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21:47.296" v="193" actId="1076"/>
          <ac:picMkLst>
            <pc:docMk/>
            <pc:sldMk cId="3753051832" sldId="258"/>
            <ac:picMk id="72" creationId="{8E11B4E1-C195-285F-8256-D43E95D42F16}"/>
          </ac:picMkLst>
        </pc:picChg>
        <pc:picChg chg="add mod">
          <ac:chgData name="Bassett, Michael" userId="8e18abec-298a-430f-9cde-6265f12e2423" providerId="ADAL" clId="{745D4BC5-29B0-4793-986B-C105928EFDF9}" dt="2023-03-10T23:26:38.741" v="236" actId="1076"/>
          <ac:picMkLst>
            <pc:docMk/>
            <pc:sldMk cId="3753051832" sldId="258"/>
            <ac:picMk id="73" creationId="{08C89EBC-8CCF-11F7-7BA5-542D0A5EAF4E}"/>
          </ac:picMkLst>
        </pc:picChg>
        <pc:picChg chg="mod">
          <ac:chgData name="Bassett, Michael" userId="8e18abec-298a-430f-9cde-6265f12e2423" providerId="ADAL" clId="{745D4BC5-29B0-4793-986B-C105928EFDF9}" dt="2023-03-10T23:29:37.611" v="257" actId="1076"/>
          <ac:picMkLst>
            <pc:docMk/>
            <pc:sldMk cId="3753051832" sldId="258"/>
            <ac:picMk id="74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43:42.373" v="27" actId="478"/>
          <ac:picMkLst>
            <pc:docMk/>
            <pc:sldMk cId="3753051832" sldId="258"/>
            <ac:picMk id="75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2:49:48.779" v="72" actId="1076"/>
          <ac:picMkLst>
            <pc:docMk/>
            <pc:sldMk cId="3753051832" sldId="258"/>
            <ac:picMk id="76" creationId="{18149E28-372E-5B6A-DBF9-7F5DB08543F0}"/>
          </ac:picMkLst>
        </pc:picChg>
        <pc:picChg chg="mod ord">
          <ac:chgData name="Bassett, Michael" userId="8e18abec-298a-430f-9cde-6265f12e2423" providerId="ADAL" clId="{745D4BC5-29B0-4793-986B-C105928EFDF9}" dt="2023-03-10T23:25:45.426" v="229" actId="1076"/>
          <ac:picMkLst>
            <pc:docMk/>
            <pc:sldMk cId="3753051832" sldId="258"/>
            <ac:picMk id="78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13:25.043" v="174" actId="1076"/>
          <ac:picMkLst>
            <pc:docMk/>
            <pc:sldMk cId="3753051832" sldId="258"/>
            <ac:picMk id="79" creationId="{C33D2127-C60D-C0E5-B38E-7D9C96C12C03}"/>
          </ac:picMkLst>
        </pc:picChg>
        <pc:picChg chg="add mod">
          <ac:chgData name="Bassett, Michael" userId="8e18abec-298a-430f-9cde-6265f12e2423" providerId="ADAL" clId="{745D4BC5-29B0-4793-986B-C105928EFDF9}" dt="2023-03-10T22:54:38.388" v="82" actId="1076"/>
          <ac:picMkLst>
            <pc:docMk/>
            <pc:sldMk cId="3753051832" sldId="258"/>
            <ac:picMk id="80" creationId="{49865F92-AC81-B7A5-8661-680253C0C668}"/>
          </ac:picMkLst>
        </pc:picChg>
        <pc:picChg chg="del">
          <ac:chgData name="Bassett, Michael" userId="8e18abec-298a-430f-9cde-6265f12e2423" providerId="ADAL" clId="{745D4BC5-29B0-4793-986B-C105928EFDF9}" dt="2023-03-10T22:46:56.918" v="52" actId="478"/>
          <ac:picMkLst>
            <pc:docMk/>
            <pc:sldMk cId="3753051832" sldId="258"/>
            <ac:picMk id="81" creationId="{4C0596AE-D609-48C7-A6B6-31E26525286B}"/>
          </ac:picMkLst>
        </pc:picChg>
        <pc:picChg chg="add mod">
          <ac:chgData name="Bassett, Michael" userId="8e18abec-298a-430f-9cde-6265f12e2423" providerId="ADAL" clId="{745D4BC5-29B0-4793-986B-C105928EFDF9}" dt="2023-03-10T23:24:43.227" v="220" actId="1076"/>
          <ac:picMkLst>
            <pc:docMk/>
            <pc:sldMk cId="3753051832" sldId="258"/>
            <ac:picMk id="82" creationId="{2BD7960B-F3BD-6B09-95B1-4A67C98B9845}"/>
          </ac:picMkLst>
        </pc:picChg>
        <pc:picChg chg="mod">
          <ac:chgData name="Bassett, Michael" userId="8e18abec-298a-430f-9cde-6265f12e2423" providerId="ADAL" clId="{745D4BC5-29B0-4793-986B-C105928EFDF9}" dt="2023-03-10T23:30:26.877" v="262" actId="1076"/>
          <ac:picMkLst>
            <pc:docMk/>
            <pc:sldMk cId="3753051832" sldId="258"/>
            <ac:picMk id="84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15:54.757" v="187" actId="1076"/>
          <ac:picMkLst>
            <pc:docMk/>
            <pc:sldMk cId="3753051832" sldId="258"/>
            <ac:picMk id="85" creationId="{F99BF944-6CC1-E046-98DB-F0A2886EB72A}"/>
          </ac:picMkLst>
        </pc:picChg>
        <pc:picChg chg="mod">
          <ac:chgData name="Bassett, Michael" userId="8e18abec-298a-430f-9cde-6265f12e2423" providerId="ADAL" clId="{745D4BC5-29B0-4793-986B-C105928EFDF9}" dt="2023-03-10T23:24:21.757" v="217" actId="1076"/>
          <ac:picMkLst>
            <pc:docMk/>
            <pc:sldMk cId="3753051832" sldId="258"/>
            <ac:picMk id="86" creationId="{00000000-0000-0000-0000-000000000000}"/>
          </ac:picMkLst>
        </pc:picChg>
        <pc:picChg chg="add mod">
          <ac:chgData name="Bassett, Michael" userId="8e18abec-298a-430f-9cde-6265f12e2423" providerId="ADAL" clId="{745D4BC5-29B0-4793-986B-C105928EFDF9}" dt="2023-03-10T23:32:53.118" v="273" actId="1076"/>
          <ac:picMkLst>
            <pc:docMk/>
            <pc:sldMk cId="3753051832" sldId="258"/>
            <ac:picMk id="87" creationId="{C611F003-B24C-AE19-A340-315792CF7AB9}"/>
          </ac:picMkLst>
        </pc:picChg>
        <pc:picChg chg="del">
          <ac:chgData name="Bassett, Michael" userId="8e18abec-298a-430f-9cde-6265f12e2423" providerId="ADAL" clId="{745D4BC5-29B0-4793-986B-C105928EFDF9}" dt="2023-03-10T22:45:51.623" v="47" actId="478"/>
          <ac:picMkLst>
            <pc:docMk/>
            <pc:sldMk cId="3753051832" sldId="258"/>
            <ac:picMk id="88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30:50.593" v="263" actId="1076"/>
          <ac:picMkLst>
            <pc:docMk/>
            <pc:sldMk cId="3753051832" sldId="258"/>
            <ac:picMk id="89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41:16.419" v="4" actId="478"/>
          <ac:picMkLst>
            <pc:docMk/>
            <pc:sldMk cId="3753051832" sldId="258"/>
            <ac:picMk id="90" creationId="{00000000-0000-0000-0000-000000000000}"/>
          </ac:picMkLst>
        </pc:picChg>
        <pc:picChg chg="del">
          <ac:chgData name="Bassett, Michael" userId="8e18abec-298a-430f-9cde-6265f12e2423" providerId="ADAL" clId="{745D4BC5-29B0-4793-986B-C105928EFDF9}" dt="2023-03-10T22:53:52.955" v="77" actId="478"/>
          <ac:picMkLst>
            <pc:docMk/>
            <pc:sldMk cId="3753051832" sldId="258"/>
            <ac:picMk id="91" creationId="{0D43E9C3-0FEB-446C-896A-2398D0E50718}"/>
          </ac:picMkLst>
        </pc:picChg>
        <pc:picChg chg="add mod">
          <ac:chgData name="Bassett, Michael" userId="8e18abec-298a-430f-9cde-6265f12e2423" providerId="ADAL" clId="{745D4BC5-29B0-4793-986B-C105928EFDF9}" dt="2023-03-10T23:27:41.492" v="245" actId="1076"/>
          <ac:picMkLst>
            <pc:docMk/>
            <pc:sldMk cId="3753051832" sldId="258"/>
            <ac:picMk id="93" creationId="{3F14F22C-342D-F2C7-10E9-B63DCBCF92C1}"/>
          </ac:picMkLst>
        </pc:picChg>
        <pc:picChg chg="add mod">
          <ac:chgData name="Bassett, Michael" userId="8e18abec-298a-430f-9cde-6265f12e2423" providerId="ADAL" clId="{745D4BC5-29B0-4793-986B-C105928EFDF9}" dt="2023-03-10T23:22:53.446" v="204" actId="1076"/>
          <ac:picMkLst>
            <pc:docMk/>
            <pc:sldMk cId="3753051832" sldId="258"/>
            <ac:picMk id="94" creationId="{D5DD080B-7BD2-43C4-973C-D98DCA024FBF}"/>
          </ac:picMkLst>
        </pc:picChg>
        <pc:picChg chg="del">
          <ac:chgData name="Bassett, Michael" userId="8e18abec-298a-430f-9cde-6265f12e2423" providerId="ADAL" clId="{745D4BC5-29B0-4793-986B-C105928EFDF9}" dt="2023-03-10T22:48:30.283" v="61" actId="478"/>
          <ac:picMkLst>
            <pc:docMk/>
            <pc:sldMk cId="3753051832" sldId="258"/>
            <ac:picMk id="95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3:26:54.151" v="238" actId="1076"/>
          <ac:picMkLst>
            <pc:docMk/>
            <pc:sldMk cId="3753051832" sldId="258"/>
            <ac:picMk id="99" creationId="{3650C23C-D1B0-4618-BAA8-7EA851FF141B}"/>
          </ac:picMkLst>
        </pc:picChg>
        <pc:picChg chg="mod">
          <ac:chgData name="Bassett, Michael" userId="8e18abec-298a-430f-9cde-6265f12e2423" providerId="ADAL" clId="{745D4BC5-29B0-4793-986B-C105928EFDF9}" dt="2023-03-10T23:31:31.634" v="267" actId="1076"/>
          <ac:picMkLst>
            <pc:docMk/>
            <pc:sldMk cId="3753051832" sldId="258"/>
            <ac:picMk id="1024" creationId="{00000000-0000-0000-0000-000000000000}"/>
          </ac:picMkLst>
        </pc:picChg>
        <pc:picChg chg="mod">
          <ac:chgData name="Bassett, Michael" userId="8e18abec-298a-430f-9cde-6265f12e2423" providerId="ADAL" clId="{745D4BC5-29B0-4793-986B-C105928EFDF9}" dt="2023-03-10T22:46:44.062" v="51" actId="1076"/>
          <ac:picMkLst>
            <pc:docMk/>
            <pc:sldMk cId="3753051832" sldId="258"/>
            <ac:picMk id="1028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78B55-319B-2D4F-AE49-6C1B6E1A4DDA}" type="datetimeFigureOut">
              <a:rPr lang="en-US" smtClean="0">
                <a:latin typeface="HP Simplified"/>
                <a:cs typeface="HP Simplified"/>
              </a:rPr>
              <a:pPr/>
              <a:t>8/9/2023</a:t>
            </a:fld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27340-60F0-7D46-BC5B-91B08A318A82}" type="slidenum">
              <a:rPr lang="en-GB" smtClean="0">
                <a:latin typeface="HP Simplified"/>
                <a:cs typeface="HP Simplified"/>
              </a:rPr>
              <a:pPr/>
              <a:t>‹#›</a:t>
            </a:fld>
            <a:endParaRPr lang="en-GB" dirty="0">
              <a:latin typeface="HP Simplified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493217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D9CAF8C-0805-8440-B43D-DCCAAA4D80CE}" type="datetimeFigureOut">
              <a:rPr lang="en-US" smtClean="0"/>
              <a:pPr/>
              <a:t>8/9/2023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2A853E8-D85F-5D49-95D2-E1D96ABFE2B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0798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2913" y="400050"/>
            <a:ext cx="4803775" cy="2701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853E8-D85F-5D49-95D2-E1D96ABFE2B9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266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7744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>
                <a:solidFill>
                  <a:schemeClr val="tx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</a:t>
            </a:r>
            <a:br>
              <a:rPr lang="en-US" noProof="0" dirty="0"/>
            </a:br>
            <a:r>
              <a:rPr lang="en-US" noProof="0" dirty="0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357479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525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228975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0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228975"/>
          </a:xfrm>
        </p:spPr>
        <p:txBody>
          <a:bodyPr wrap="square">
            <a:noAutofit/>
          </a:bodyPr>
          <a:lstStyle>
            <a:lvl1pPr marL="171450" indent="-171450">
              <a:buFont typeface="HP Simplified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342900" indent="-171450">
              <a:buSzPct val="80000"/>
              <a:buFont typeface="HP Simplified" pitchFamily="34" charset="0"/>
              <a:buChar char="–"/>
              <a:defRPr sz="1400">
                <a:solidFill>
                  <a:srgbClr val="000000"/>
                </a:solidFill>
              </a:defRPr>
            </a:lvl2pPr>
            <a:lvl3pPr marL="512763" indent="-169863">
              <a:defRPr sz="1400">
                <a:solidFill>
                  <a:srgbClr val="000000"/>
                </a:solidFill>
              </a:defRPr>
            </a:lvl3pPr>
            <a:lvl4pPr marL="690563" indent="-180975">
              <a:defRPr sz="1400">
                <a:solidFill>
                  <a:srgbClr val="000000"/>
                </a:solidFill>
              </a:defRPr>
            </a:lvl4pPr>
            <a:lvl5pPr marL="833438" indent="-150813"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0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itle with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60105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329184" y="1188720"/>
            <a:ext cx="4030662" cy="3219769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4568825" y="1188720"/>
            <a:ext cx="387826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8470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, sub titl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68827" y="1188000"/>
            <a:ext cx="3878263" cy="3222441"/>
          </a:xfrm>
        </p:spPr>
        <p:txBody>
          <a:bodyPr anchor="ctr"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58200" cy="429768"/>
          </a:xfrm>
        </p:spPr>
        <p:txBody>
          <a:bodyPr/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0"/>
            <a:ext cx="4011612" cy="3219768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1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itle, sub title with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60105" cy="429768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29184" y="1188720"/>
            <a:ext cx="252374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7"/>
          </p:nvPr>
        </p:nvSpPr>
        <p:spPr>
          <a:xfrm>
            <a:off x="3124486" y="1188720"/>
            <a:ext cx="2523744" cy="3222625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5919788" y="1188720"/>
            <a:ext cx="2527300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35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 5"/>
          <p:cNvSpPr>
            <a:spLocks noChangeAspect="1"/>
          </p:cNvSpPr>
          <p:nvPr userDrawn="1"/>
        </p:nvSpPr>
        <p:spPr bwMode="hidden">
          <a:xfrm>
            <a:off x="1" y="0"/>
            <a:ext cx="7491827" cy="5143500"/>
          </a:xfrm>
          <a:custGeom>
            <a:avLst/>
            <a:gdLst>
              <a:gd name="T0" fmla="*/ 7871 w 7871"/>
              <a:gd name="T1" fmla="*/ 2698 h 5404"/>
              <a:gd name="T2" fmla="*/ 7871 w 7871"/>
              <a:gd name="T3" fmla="*/ 2698 h 5404"/>
              <a:gd name="T4" fmla="*/ 5172 w 7871"/>
              <a:gd name="T5" fmla="*/ 0 h 5404"/>
              <a:gd name="T6" fmla="*/ 0 w 7871"/>
              <a:gd name="T7" fmla="*/ 0 h 5404"/>
              <a:gd name="T8" fmla="*/ 0 w 7871"/>
              <a:gd name="T9" fmla="*/ 5404 h 5404"/>
              <a:gd name="T10" fmla="*/ 5172 w 7871"/>
              <a:gd name="T11" fmla="*/ 5404 h 5404"/>
              <a:gd name="T12" fmla="*/ 7871 w 7871"/>
              <a:gd name="T13" fmla="*/ 2698 h 5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71" h="5404">
                <a:moveTo>
                  <a:pt x="7871" y="2698"/>
                </a:moveTo>
                <a:lnTo>
                  <a:pt x="7871" y="2698"/>
                </a:lnTo>
                <a:cubicBezTo>
                  <a:pt x="7871" y="1192"/>
                  <a:pt x="6668" y="0"/>
                  <a:pt x="5172" y="0"/>
                </a:cubicBezTo>
                <a:lnTo>
                  <a:pt x="0" y="0"/>
                </a:lnTo>
                <a:lnTo>
                  <a:pt x="0" y="5404"/>
                </a:lnTo>
                <a:lnTo>
                  <a:pt x="5172" y="5404"/>
                </a:lnTo>
                <a:cubicBezTo>
                  <a:pt x="6668" y="5404"/>
                  <a:pt x="7871" y="4211"/>
                  <a:pt x="7871" y="269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625" y="1285875"/>
            <a:ext cx="6286500" cy="1828800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625" y="3286125"/>
            <a:ext cx="6286500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7139226" y="4571825"/>
            <a:ext cx="1691640" cy="480473"/>
          </a:xfrm>
          <a:prstGeom prst="rect">
            <a:avLst/>
          </a:prstGeom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28625" y="4737774"/>
            <a:ext cx="400050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  <p:sp>
        <p:nvSpPr>
          <p:cNvPr id="9" name="Text Box 115"/>
          <p:cNvSpPr txBox="1">
            <a:spLocks noChangeArrowheads="1"/>
          </p:cNvSpPr>
          <p:nvPr userDrawn="1"/>
        </p:nvSpPr>
        <p:spPr bwMode="auto">
          <a:xfrm>
            <a:off x="7429500" y="400050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9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14404" y="4571825"/>
            <a:ext cx="1691640" cy="480473"/>
          </a:xfrm>
          <a:prstGeom prst="rect">
            <a:avLst/>
          </a:prstGeom>
        </p:spPr>
      </p:pic>
      <p:sp>
        <p:nvSpPr>
          <p:cNvPr id="8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28625" y="400050"/>
            <a:ext cx="6286500" cy="2143125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28625" y="2743200"/>
            <a:ext cx="6286500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  <p:sp>
        <p:nvSpPr>
          <p:cNvPr id="19" name="Text Box 115"/>
          <p:cNvSpPr txBox="1">
            <a:spLocks noChangeArrowheads="1"/>
          </p:cNvSpPr>
          <p:nvPr userDrawn="1"/>
        </p:nvSpPr>
        <p:spPr bwMode="auto">
          <a:xfrm>
            <a:off x="7429500" y="4737774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11430" anchor="ctr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3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28625" y="399852"/>
            <a:ext cx="6286500" cy="2143125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28625" y="2743200"/>
            <a:ext cx="6286500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14404" y="4571825"/>
            <a:ext cx="1691640" cy="480473"/>
          </a:xfrm>
          <a:prstGeom prst="rect">
            <a:avLst/>
          </a:prstGeom>
        </p:spPr>
      </p:pic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  <p:sp>
        <p:nvSpPr>
          <p:cNvPr id="18" name="Text Box 115"/>
          <p:cNvSpPr txBox="1">
            <a:spLocks noChangeArrowheads="1"/>
          </p:cNvSpPr>
          <p:nvPr userDrawn="1"/>
        </p:nvSpPr>
        <p:spPr bwMode="auto">
          <a:xfrm>
            <a:off x="7429500" y="4737774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11430" anchor="ctr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FFFFFF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3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54962" y="444123"/>
            <a:ext cx="2888231" cy="3977985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 userDrawn="1"/>
        </p:nvGrpSpPr>
        <p:grpSpPr>
          <a:xfrm>
            <a:off x="0" y="-1"/>
            <a:ext cx="9144000" cy="5143501"/>
            <a:chOff x="0" y="-1"/>
            <a:chExt cx="14630400" cy="8229602"/>
          </a:xfrm>
        </p:grpSpPr>
        <p:sp>
          <p:nvSpPr>
            <p:cNvPr id="5" name="Freeform 5"/>
            <p:cNvSpPr>
              <a:spLocks noChangeAspect="1"/>
            </p:cNvSpPr>
            <p:nvPr userDrawn="1"/>
          </p:nvSpPr>
          <p:spPr bwMode="white">
            <a:xfrm>
              <a:off x="0" y="1"/>
              <a:ext cx="14630400" cy="8229600"/>
            </a:xfrm>
            <a:custGeom>
              <a:avLst/>
              <a:gdLst>
                <a:gd name="T0" fmla="*/ 19199 w 19199"/>
                <a:gd name="T1" fmla="*/ 9340 h 10809"/>
                <a:gd name="T2" fmla="*/ 19199 w 19199"/>
                <a:gd name="T3" fmla="*/ 9340 h 10809"/>
                <a:gd name="T4" fmla="*/ 16987 w 19199"/>
                <a:gd name="T5" fmla="*/ 9340 h 10809"/>
                <a:gd name="T6" fmla="*/ 13055 w 19199"/>
                <a:gd name="T7" fmla="*/ 5408 h 10809"/>
                <a:gd name="T8" fmla="*/ 16987 w 19199"/>
                <a:gd name="T9" fmla="*/ 1468 h 10809"/>
                <a:gd name="T10" fmla="*/ 19199 w 19199"/>
                <a:gd name="T11" fmla="*/ 1468 h 10809"/>
                <a:gd name="T12" fmla="*/ 19199 w 19199"/>
                <a:gd name="T13" fmla="*/ 0 h 10809"/>
                <a:gd name="T14" fmla="*/ 0 w 19199"/>
                <a:gd name="T15" fmla="*/ 0 h 10809"/>
                <a:gd name="T16" fmla="*/ 0 w 19199"/>
                <a:gd name="T17" fmla="*/ 10809 h 10809"/>
                <a:gd name="T18" fmla="*/ 19199 w 19199"/>
                <a:gd name="T19" fmla="*/ 10809 h 10809"/>
                <a:gd name="T20" fmla="*/ 19199 w 19199"/>
                <a:gd name="T21" fmla="*/ 9340 h 10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99" h="10809">
                  <a:moveTo>
                    <a:pt x="19199" y="9340"/>
                  </a:moveTo>
                  <a:lnTo>
                    <a:pt x="19199" y="9340"/>
                  </a:lnTo>
                  <a:lnTo>
                    <a:pt x="16987" y="9340"/>
                  </a:lnTo>
                  <a:cubicBezTo>
                    <a:pt x="14808" y="9340"/>
                    <a:pt x="13055" y="7602"/>
                    <a:pt x="13055" y="5408"/>
                  </a:cubicBezTo>
                  <a:cubicBezTo>
                    <a:pt x="13055" y="3205"/>
                    <a:pt x="14808" y="1468"/>
                    <a:pt x="16987" y="1468"/>
                  </a:cubicBezTo>
                  <a:lnTo>
                    <a:pt x="19199" y="1468"/>
                  </a:lnTo>
                  <a:lnTo>
                    <a:pt x="19199" y="0"/>
                  </a:lnTo>
                  <a:lnTo>
                    <a:pt x="0" y="0"/>
                  </a:lnTo>
                  <a:lnTo>
                    <a:pt x="0" y="10809"/>
                  </a:lnTo>
                  <a:lnTo>
                    <a:pt x="19199" y="10809"/>
                  </a:lnTo>
                  <a:lnTo>
                    <a:pt x="19199" y="934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2880">
                <a:solidFill>
                  <a:srgbClr val="000000"/>
                </a:solidFill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 bwMode="black">
            <a:xfrm>
              <a:off x="503047" y="7314920"/>
              <a:ext cx="2706624" cy="768757"/>
            </a:xfrm>
            <a:prstGeom prst="rect">
              <a:avLst/>
            </a:prstGeom>
          </p:spPr>
        </p:pic>
        <p:sp>
          <p:nvSpPr>
            <p:cNvPr id="14" name="Freeform 9"/>
            <p:cNvSpPr>
              <a:spLocks noChangeAspect="1"/>
            </p:cNvSpPr>
            <p:nvPr userDrawn="1"/>
          </p:nvSpPr>
          <p:spPr bwMode="black">
            <a:xfrm>
              <a:off x="362839" y="-1"/>
              <a:ext cx="730236" cy="639764"/>
            </a:xfrm>
            <a:custGeom>
              <a:avLst/>
              <a:gdLst>
                <a:gd name="T0" fmla="*/ 0 w 370"/>
                <a:gd name="T1" fmla="*/ 0 h 321"/>
                <a:gd name="T2" fmla="*/ 0 w 370"/>
                <a:gd name="T3" fmla="*/ 0 h 321"/>
                <a:gd name="T4" fmla="*/ 184 w 370"/>
                <a:gd name="T5" fmla="*/ 321 h 321"/>
                <a:gd name="T6" fmla="*/ 370 w 370"/>
                <a:gd name="T7" fmla="*/ 0 h 321"/>
                <a:gd name="T8" fmla="*/ 0 w 370"/>
                <a:gd name="T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0" h="321">
                  <a:moveTo>
                    <a:pt x="0" y="0"/>
                  </a:moveTo>
                  <a:lnTo>
                    <a:pt x="0" y="0"/>
                  </a:lnTo>
                  <a:lnTo>
                    <a:pt x="184" y="321"/>
                  </a:lnTo>
                  <a:lnTo>
                    <a:pt x="3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46304" tIns="73152" rIns="146304" bIns="73152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2880">
                <a:solidFill>
                  <a:srgbClr val="000000"/>
                </a:solidFill>
              </a:endParaRPr>
            </a:p>
          </p:txBody>
        </p: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428624" y="400050"/>
            <a:ext cx="5429250" cy="2143125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428625" y="2743200"/>
            <a:ext cx="5429251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  <p:sp>
        <p:nvSpPr>
          <p:cNvPr id="21" name="Text Box 115"/>
          <p:cNvSpPr txBox="1">
            <a:spLocks noChangeArrowheads="1"/>
          </p:cNvSpPr>
          <p:nvPr userDrawn="1"/>
        </p:nvSpPr>
        <p:spPr bwMode="auto">
          <a:xfrm>
            <a:off x="7429500" y="4737774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11430" anchor="ctr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77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28624" y="399852"/>
            <a:ext cx="5429250" cy="2143125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28624" y="2743200"/>
            <a:ext cx="5429250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14404" y="4571825"/>
            <a:ext cx="1691640" cy="480473"/>
          </a:xfrm>
          <a:prstGeom prst="rect">
            <a:avLst/>
          </a:prstGeom>
        </p:spPr>
      </p:pic>
      <p:sp>
        <p:nvSpPr>
          <p:cNvPr id="13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4714875" y="4737774"/>
            <a:ext cx="400050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  <p:sp>
        <p:nvSpPr>
          <p:cNvPr id="20" name="Text Box 115"/>
          <p:cNvSpPr txBox="1">
            <a:spLocks noChangeArrowheads="1"/>
          </p:cNvSpPr>
          <p:nvPr userDrawn="1"/>
        </p:nvSpPr>
        <p:spPr bwMode="auto">
          <a:xfrm>
            <a:off x="7429500" y="400050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FFFFFF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12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28624" y="400050"/>
            <a:ext cx="5429250" cy="2143125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28624" y="2743200"/>
            <a:ext cx="5429250" cy="5715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5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14404" y="4571825"/>
            <a:ext cx="1691640" cy="480473"/>
          </a:xfrm>
          <a:prstGeom prst="rect">
            <a:avLst/>
          </a:prstGeom>
        </p:spPr>
      </p:pic>
      <p:sp>
        <p:nvSpPr>
          <p:cNvPr id="10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9" name="Footer Placeholder 4"/>
          <p:cNvSpPr txBox="1">
            <a:spLocks/>
          </p:cNvSpPr>
          <p:nvPr userDrawn="1"/>
        </p:nvSpPr>
        <p:spPr>
          <a:xfrm>
            <a:off x="4714875" y="4737774"/>
            <a:ext cx="400050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  <p:sp>
        <p:nvSpPr>
          <p:cNvPr id="21" name="Text Box 115"/>
          <p:cNvSpPr txBox="1">
            <a:spLocks noChangeArrowheads="1"/>
          </p:cNvSpPr>
          <p:nvPr userDrawn="1"/>
        </p:nvSpPr>
        <p:spPr bwMode="auto">
          <a:xfrm>
            <a:off x="7429500" y="400050"/>
            <a:ext cx="12858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noAutofit/>
          </a:bodyPr>
          <a:lstStyle/>
          <a:p>
            <a:pPr algn="r" defTabSz="512961"/>
            <a:fld id="{03C7D0F0-10D5-4191-B6F4-99306F468FEF}" type="datetime4">
              <a:rPr lang="en-US" sz="875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875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8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285874"/>
            <a:ext cx="8286750" cy="3200798"/>
          </a:xfrm>
        </p:spPr>
        <p:txBody>
          <a:bodyPr numCol="2" spcCol="457200">
            <a:normAutofit/>
          </a:bodyPr>
          <a:lstStyle>
            <a:lvl1pPr marL="285750" indent="-285750">
              <a:spcBef>
                <a:spcPts val="563"/>
              </a:spcBef>
              <a:buFont typeface="+mj-lt"/>
              <a:buAutoNum type="arabicPeriod"/>
              <a:tabLst>
                <a:tab pos="3960813" algn="r"/>
              </a:tabLst>
              <a:defRPr sz="1250"/>
            </a:lvl1pPr>
            <a:lvl2pPr marL="428625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/>
            </a:lvl2pPr>
            <a:lvl3pPr marL="571500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/>
            </a:lvl3pPr>
            <a:lvl4pPr marL="714375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/>
            </a:lvl4pPr>
            <a:lvl5pPr marL="857250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/>
            </a:lvl5pPr>
            <a:lvl6pPr marL="1000125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 baseline="0"/>
            </a:lvl6pPr>
            <a:lvl7pPr marL="1143000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 baseline="0"/>
            </a:lvl7pPr>
            <a:lvl8pPr marL="1285875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 baseline="0"/>
            </a:lvl8pPr>
            <a:lvl9pPr marL="1428750" indent="-142875">
              <a:spcBef>
                <a:spcPts val="375"/>
              </a:spcBef>
              <a:buFont typeface="Arial" pitchFamily="34" charset="0"/>
              <a:buChar char="–"/>
              <a:tabLst>
                <a:tab pos="3960813" algn="r"/>
              </a:tabLst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4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285750" indent="-142875">
              <a:buFont typeface="Arial" pitchFamily="34" charset="0"/>
              <a:buChar char="–"/>
              <a:defRPr/>
            </a:lvl4pPr>
            <a:lvl5pPr marL="428625" indent="-142875">
              <a:buFont typeface="Arial" pitchFamily="34" charset="0"/>
              <a:buChar char="–"/>
              <a:defRPr/>
            </a:lvl5pPr>
            <a:lvl6pPr marL="571500" indent="-142875">
              <a:buFont typeface="Arial" pitchFamily="34" charset="0"/>
              <a:buChar char="–"/>
              <a:defRPr baseline="0"/>
            </a:lvl6pPr>
            <a:lvl7pPr marL="714375" indent="-142875">
              <a:buFont typeface="Arial" pitchFamily="34" charset="0"/>
              <a:buChar char="–"/>
              <a:defRPr baseline="0"/>
            </a:lvl7pPr>
            <a:lvl8pPr marL="857250" indent="-142875">
              <a:buFont typeface="Arial" pitchFamily="34" charset="0"/>
              <a:buChar char="–"/>
              <a:defRPr baseline="0"/>
            </a:lvl8pPr>
            <a:lvl9pPr marL="1000125" indent="-142875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0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42875" indent="-142875">
              <a:buFont typeface="Arial" pitchFamily="34" charset="0"/>
              <a:buChar char="•"/>
              <a:defRPr/>
            </a:lvl1pPr>
            <a:lvl2pPr marL="285750" indent="-142875">
              <a:spcBef>
                <a:spcPts val="375"/>
              </a:spcBef>
              <a:buFont typeface="Arial" pitchFamily="34" charset="0"/>
              <a:buChar char="–"/>
              <a:defRPr/>
            </a:lvl2pPr>
            <a:lvl3pPr marL="428625" indent="-142875">
              <a:spcBef>
                <a:spcPts val="375"/>
              </a:spcBef>
              <a:buFont typeface="Arial" pitchFamily="34" charset="0"/>
              <a:buChar char="–"/>
              <a:defRPr/>
            </a:lvl3pPr>
            <a:lvl4pPr marL="571500" indent="-142875">
              <a:spcBef>
                <a:spcPts val="375"/>
              </a:spcBef>
              <a:buFont typeface="Arial" pitchFamily="34" charset="0"/>
              <a:buChar char="–"/>
              <a:defRPr/>
            </a:lvl4pPr>
            <a:lvl5pPr marL="714375" indent="-142875">
              <a:spcBef>
                <a:spcPts val="375"/>
              </a:spcBef>
              <a:buFont typeface="Arial" pitchFamily="34" charset="0"/>
              <a:buChar char="–"/>
              <a:defRPr/>
            </a:lvl5pPr>
            <a:lvl6pPr marL="857250" indent="-142875">
              <a:spcBef>
                <a:spcPts val="375"/>
              </a:spcBef>
              <a:buFont typeface="Arial" pitchFamily="34" charset="0"/>
              <a:buChar char="–"/>
              <a:defRPr baseline="0"/>
            </a:lvl6pPr>
            <a:lvl7pPr marL="1000125" indent="-142875">
              <a:spcBef>
                <a:spcPts val="375"/>
              </a:spcBef>
              <a:buFont typeface="Arial" pitchFamily="34" charset="0"/>
              <a:buChar char="–"/>
              <a:defRPr baseline="0"/>
            </a:lvl7pPr>
            <a:lvl8pPr marL="1143000" indent="-142875">
              <a:spcBef>
                <a:spcPts val="375"/>
              </a:spcBef>
              <a:buFont typeface="Arial" pitchFamily="34" charset="0"/>
              <a:buChar char="–"/>
              <a:defRPr baseline="0"/>
            </a:lvl8pPr>
            <a:lvl9pPr marL="1285875" indent="-142875">
              <a:spcBef>
                <a:spcPts val="375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61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3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625" y="1285874"/>
            <a:ext cx="4000500" cy="3200798"/>
          </a:xfrm>
          <a:noFill/>
        </p:spPr>
        <p:txBody>
          <a:bodyPr>
            <a:normAutofit/>
          </a:bodyPr>
          <a:lstStyle>
            <a:lvl1pPr>
              <a:defRPr sz="1250"/>
            </a:lvl1pPr>
            <a:lvl2pPr>
              <a:defRPr sz="1250"/>
            </a:lvl2pPr>
            <a:lvl3pPr>
              <a:defRPr sz="1250"/>
            </a:lvl3pPr>
            <a:lvl4pPr marL="285750" indent="-142875">
              <a:buFont typeface="Arial" pitchFamily="34" charset="0"/>
              <a:buChar char="–"/>
              <a:defRPr sz="1250"/>
            </a:lvl4pPr>
            <a:lvl5pPr marL="428625" indent="-142875">
              <a:buFont typeface="Arial" pitchFamily="34" charset="0"/>
              <a:buChar char="–"/>
              <a:defRPr sz="1250"/>
            </a:lvl5pPr>
            <a:lvl6pPr marL="571500" indent="-142875">
              <a:buFont typeface="Arial" pitchFamily="34" charset="0"/>
              <a:buChar char="–"/>
              <a:defRPr sz="1250" baseline="0"/>
            </a:lvl6pPr>
            <a:lvl7pPr marL="714375" indent="-142875">
              <a:buFont typeface="Arial" pitchFamily="34" charset="0"/>
              <a:buChar char="–"/>
              <a:defRPr sz="1250" baseline="0"/>
            </a:lvl7pPr>
            <a:lvl8pPr marL="857250" indent="-142875">
              <a:buFont typeface="Arial" pitchFamily="34" charset="0"/>
              <a:buChar char="–"/>
              <a:defRPr sz="1250" baseline="0"/>
            </a:lvl8pPr>
            <a:lvl9pPr marL="1000125" indent="-142875">
              <a:buFont typeface="Arial" pitchFamily="34" charset="0"/>
              <a:buChar char="–"/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4875" y="1285874"/>
            <a:ext cx="4000500" cy="3200796"/>
          </a:xfrm>
        </p:spPr>
        <p:txBody>
          <a:bodyPr>
            <a:normAutofit/>
          </a:bodyPr>
          <a:lstStyle>
            <a:lvl1pPr>
              <a:defRPr sz="1250"/>
            </a:lvl1pPr>
            <a:lvl2pPr>
              <a:defRPr sz="1250"/>
            </a:lvl2pPr>
            <a:lvl3pPr>
              <a:defRPr sz="1250"/>
            </a:lvl3pPr>
            <a:lvl4pPr>
              <a:defRPr sz="1250"/>
            </a:lvl4pPr>
            <a:lvl5pPr>
              <a:defRPr sz="1250"/>
            </a:lvl5pPr>
            <a:lvl6pPr>
              <a:defRPr sz="1250" baseline="0"/>
            </a:lvl6pPr>
            <a:lvl7pPr>
              <a:defRPr sz="1250" baseline="0"/>
            </a:lvl7pPr>
            <a:lvl8pPr>
              <a:defRPr sz="1250" baseline="0"/>
            </a:lvl8pPr>
            <a:lvl9pPr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9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625" y="1285874"/>
            <a:ext cx="2571750" cy="3200798"/>
          </a:xfrm>
        </p:spPr>
        <p:txBody>
          <a:bodyPr>
            <a:normAutofit/>
          </a:bodyPr>
          <a:lstStyle>
            <a:lvl1pPr>
              <a:defRPr sz="1250"/>
            </a:lvl1pPr>
            <a:lvl2pPr>
              <a:defRPr sz="1250"/>
            </a:lvl2pPr>
            <a:lvl3pPr>
              <a:defRPr sz="1250"/>
            </a:lvl3pPr>
            <a:lvl4pPr>
              <a:defRPr sz="1250"/>
            </a:lvl4pPr>
            <a:lvl5pPr>
              <a:defRPr sz="1250"/>
            </a:lvl5pPr>
            <a:lvl6pPr>
              <a:defRPr sz="1250" baseline="0"/>
            </a:lvl6pPr>
            <a:lvl7pPr>
              <a:defRPr sz="1250" baseline="0"/>
            </a:lvl7pPr>
            <a:lvl8pPr>
              <a:defRPr sz="1250" baseline="0"/>
            </a:lvl8pPr>
            <a:lvl9pPr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6125" y="1285874"/>
            <a:ext cx="2571750" cy="3200798"/>
          </a:xfrm>
        </p:spPr>
        <p:txBody>
          <a:bodyPr>
            <a:normAutofit/>
          </a:bodyPr>
          <a:lstStyle>
            <a:lvl1pPr>
              <a:defRPr sz="1250"/>
            </a:lvl1pPr>
            <a:lvl2pPr>
              <a:defRPr sz="1250"/>
            </a:lvl2pPr>
            <a:lvl3pPr>
              <a:defRPr sz="1250"/>
            </a:lvl3pPr>
            <a:lvl4pPr>
              <a:defRPr sz="1250"/>
            </a:lvl4pPr>
            <a:lvl5pPr>
              <a:defRPr sz="1250"/>
            </a:lvl5pPr>
            <a:lvl6pPr>
              <a:defRPr sz="1250" baseline="0"/>
            </a:lvl6pPr>
            <a:lvl7pPr>
              <a:defRPr sz="1250" baseline="0"/>
            </a:lvl7pPr>
            <a:lvl8pPr>
              <a:defRPr sz="1250" baseline="0"/>
            </a:lvl8pPr>
            <a:lvl9pPr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6143625" y="1285874"/>
            <a:ext cx="2571750" cy="3200798"/>
          </a:xfrm>
        </p:spPr>
        <p:txBody>
          <a:bodyPr>
            <a:normAutofit/>
          </a:bodyPr>
          <a:lstStyle>
            <a:lvl1pPr>
              <a:defRPr sz="1250"/>
            </a:lvl1pPr>
            <a:lvl2pPr>
              <a:defRPr sz="1250"/>
            </a:lvl2pPr>
            <a:lvl3pPr>
              <a:defRPr sz="1250"/>
            </a:lvl3pPr>
            <a:lvl4pPr>
              <a:defRPr sz="1250"/>
            </a:lvl4pPr>
            <a:lvl5pPr>
              <a:defRPr sz="1250"/>
            </a:lvl5pPr>
            <a:lvl6pPr>
              <a:defRPr sz="1250" baseline="0"/>
            </a:lvl6pPr>
            <a:lvl7pPr>
              <a:defRPr sz="1250" baseline="0"/>
            </a:lvl7pPr>
            <a:lvl8pPr>
              <a:defRPr sz="1250" baseline="0"/>
            </a:lvl8pPr>
            <a:lvl9pPr>
              <a:defRPr sz="125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264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0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8625" y="399852"/>
            <a:ext cx="4000500" cy="886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reeform 9"/>
          <p:cNvSpPr>
            <a:spLocks noChangeAspect="1"/>
          </p:cNvSpPr>
          <p:nvPr userDrawn="1"/>
        </p:nvSpPr>
        <p:spPr bwMode="black">
          <a:xfrm>
            <a:off x="280194" y="0"/>
            <a:ext cx="351526" cy="307974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03C7D0F0-10D5-4191-B6F4-99306F468FEF}" type="datetime4">
              <a:rPr lang="en-US" sz="688" smtClean="0">
                <a:solidFill>
                  <a:srgbClr val="000000"/>
                </a:solidFill>
              </a:rPr>
              <a:pPr algn="r" defTabSz="512961">
                <a:spcBef>
                  <a:spcPct val="50000"/>
                </a:spcBef>
              </a:pPr>
              <a:t>August 9, 2023</a:t>
            </a:fld>
            <a:endParaRPr lang="en-US" sz="688" dirty="0">
              <a:solidFill>
                <a:srgbClr val="000000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18E29826-F105-4F77-B977-03F4A4723A21}" type="slidenum">
              <a:rPr lang="en-US" sz="688" b="1" smtClean="0">
                <a:solidFill>
                  <a:srgbClr val="000000"/>
                </a:solidFill>
              </a:rPr>
              <a:pPr algn="r" defTabSz="512961">
                <a:spcBef>
                  <a:spcPct val="50000"/>
                </a:spcBef>
              </a:pPr>
              <a:t>‹#›</a:t>
            </a:fld>
            <a:endParaRPr lang="en-US" sz="688" b="1" dirty="0">
              <a:solidFill>
                <a:srgbClr val="000000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1857375" y="4737774"/>
            <a:ext cx="25717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28625" y="1285874"/>
            <a:ext cx="4000500" cy="3200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01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28625" y="1285875"/>
            <a:ext cx="7000875" cy="3200797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3750"/>
            </a:lvl1pPr>
            <a:lvl2pPr marL="0" indent="0">
              <a:spcBef>
                <a:spcPts val="563"/>
              </a:spcBef>
              <a:buFontTx/>
              <a:buNone/>
              <a:defRPr/>
            </a:lvl2pPr>
            <a:lvl3pPr marL="0" indent="0">
              <a:spcBef>
                <a:spcPts val="563"/>
              </a:spcBef>
              <a:buFontTx/>
              <a:buNone/>
              <a:defRPr/>
            </a:lvl3pPr>
            <a:lvl4pPr marL="0" indent="0">
              <a:spcBef>
                <a:spcPts val="563"/>
              </a:spcBef>
              <a:buFontTx/>
              <a:buNone/>
              <a:defRPr/>
            </a:lvl4pPr>
            <a:lvl5pPr marL="0" indent="0">
              <a:spcBef>
                <a:spcPts val="563"/>
              </a:spcBef>
              <a:buFontTx/>
              <a:buNone/>
              <a:defRPr/>
            </a:lvl5pPr>
            <a:lvl6pPr marL="0" indent="0">
              <a:spcBef>
                <a:spcPts val="563"/>
              </a:spcBef>
              <a:buFontTx/>
              <a:buNone/>
              <a:defRPr baseline="0"/>
            </a:lvl6pPr>
            <a:lvl7pPr marL="0" indent="0">
              <a:spcBef>
                <a:spcPts val="563"/>
              </a:spcBef>
              <a:buFontTx/>
              <a:buNone/>
              <a:defRPr baseline="0"/>
            </a:lvl7pPr>
            <a:lvl8pPr marL="0" indent="0">
              <a:spcBef>
                <a:spcPts val="563"/>
              </a:spcBef>
              <a:buFontTx/>
              <a:buNone/>
              <a:defRPr baseline="0"/>
            </a:lvl8pPr>
            <a:lvl9pPr marL="0" indent="0">
              <a:spcBef>
                <a:spcPts val="563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50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428625" y="400050"/>
            <a:ext cx="6286500" cy="2686050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428625" y="3286125"/>
            <a:ext cx="6286500" cy="571500"/>
          </a:xfrm>
        </p:spPr>
        <p:txBody>
          <a:bodyPr>
            <a:noAutofit/>
          </a:bodyPr>
          <a:lstStyle>
            <a:lvl1pPr marL="0" indent="0" algn="l">
              <a:buNone/>
              <a:defRPr sz="175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14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03C7D0F0-10D5-4191-B6F4-99306F468FEF}" type="datetime4">
              <a:rPr lang="en-US" sz="688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August 9, 2023</a:t>
            </a:fld>
            <a:endParaRPr lang="en-US" sz="688" dirty="0">
              <a:solidFill>
                <a:srgbClr val="FFFFFF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18E29826-F105-4F77-B977-03F4A4723A21}" type="slidenum">
              <a:rPr lang="en-US" sz="688" b="1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‹#›</a:t>
            </a:fld>
            <a:endParaRPr lang="en-US" sz="688" b="1" dirty="0">
              <a:solidFill>
                <a:srgbClr val="FFFFFF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1414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8" name="Straight Connector 1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428625" y="400050"/>
            <a:ext cx="6286500" cy="2686050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428625" y="3286125"/>
            <a:ext cx="6286500" cy="571500"/>
          </a:xfrm>
        </p:spPr>
        <p:txBody>
          <a:bodyPr>
            <a:noAutofit/>
          </a:bodyPr>
          <a:lstStyle>
            <a:lvl1pPr marL="0" indent="0" algn="l">
              <a:buNone/>
              <a:defRPr sz="175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14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03C7D0F0-10D5-4191-B6F4-99306F468FEF}" type="datetime4">
              <a:rPr lang="en-US" sz="688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August 9, 2023</a:t>
            </a:fld>
            <a:endParaRPr lang="en-US" sz="688" dirty="0">
              <a:solidFill>
                <a:srgbClr val="FFFFFF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18E29826-F105-4F77-B977-03F4A4723A21}" type="slidenum">
              <a:rPr lang="en-US" sz="688" b="1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‹#›</a:t>
            </a:fld>
            <a:endParaRPr lang="en-US" sz="688" b="1" dirty="0">
              <a:solidFill>
                <a:srgbClr val="FFFFFF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9483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428625" y="400050"/>
            <a:ext cx="6286500" cy="2686050"/>
          </a:xfrm>
        </p:spPr>
        <p:txBody>
          <a:bodyPr anchor="b" anchorCtr="0">
            <a:noAutofit/>
          </a:bodyPr>
          <a:lstStyle>
            <a:lvl1pPr>
              <a:defRPr sz="3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428625" y="3286125"/>
            <a:ext cx="6286500" cy="571500"/>
          </a:xfrm>
        </p:spPr>
        <p:txBody>
          <a:bodyPr>
            <a:noAutofit/>
          </a:bodyPr>
          <a:lstStyle>
            <a:lvl1pPr marL="0" indent="0" algn="l">
              <a:buNone/>
              <a:defRPr sz="175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/>
            <a:fld id="{03C7D0F0-10D5-4191-B6F4-99306F468FEF}" type="datetime4">
              <a:rPr lang="en-US" sz="688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688" dirty="0">
              <a:solidFill>
                <a:srgbClr val="000000"/>
              </a:solidFill>
            </a:endParaRPr>
          </a:p>
        </p:txBody>
      </p:sp>
      <p:sp>
        <p:nvSpPr>
          <p:cNvPr id="19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/>
            <a:fld id="{18E29826-F105-4F77-B977-03F4A4723A21}" type="slidenum">
              <a:rPr lang="en-US" sz="688" b="1" smtClean="0">
                <a:solidFill>
                  <a:srgbClr val="000000"/>
                </a:solidFill>
              </a:rPr>
              <a:pPr algn="r" defTabSz="512961"/>
              <a:t>‹#›</a:t>
            </a:fld>
            <a:endParaRPr lang="en-US" sz="688" b="1" dirty="0">
              <a:solidFill>
                <a:srgbClr val="000000"/>
              </a:solidFill>
            </a:endParaRP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22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13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03C7D0F0-10D5-4191-B6F4-99306F468FEF}" type="datetime4">
              <a:rPr lang="en-US" sz="688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August 9, 2023</a:t>
            </a:fld>
            <a:endParaRPr lang="en-US" sz="688" dirty="0">
              <a:solidFill>
                <a:srgbClr val="FFFFFF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>
              <a:spcBef>
                <a:spcPct val="50000"/>
              </a:spcBef>
            </a:pPr>
            <a:fld id="{18E29826-F105-4F77-B977-03F4A4723A21}" type="slidenum">
              <a:rPr lang="en-US" sz="688" b="1" smtClean="0">
                <a:solidFill>
                  <a:srgbClr val="FFFFFF"/>
                </a:solidFill>
              </a:rPr>
              <a:pPr algn="r" defTabSz="512961">
                <a:spcBef>
                  <a:spcPct val="50000"/>
                </a:spcBef>
              </a:pPr>
              <a:t>‹#›</a:t>
            </a:fld>
            <a:endParaRPr lang="en-US" sz="688" b="1" dirty="0">
              <a:solidFill>
                <a:srgbClr val="FFFFFF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474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314404" y="4571825"/>
            <a:ext cx="1691640" cy="480473"/>
          </a:xfrm>
          <a:prstGeom prst="rect">
            <a:avLst/>
          </a:prstGeom>
        </p:spPr>
      </p:pic>
      <p:sp>
        <p:nvSpPr>
          <p:cNvPr id="5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28625" y="1285875"/>
            <a:ext cx="7000875" cy="3200797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3750">
                <a:solidFill>
                  <a:schemeClr val="bg1"/>
                </a:solidFill>
              </a:defRPr>
            </a:lvl1pPr>
            <a:lvl2pPr marL="0" indent="0">
              <a:spcBef>
                <a:spcPts val="563"/>
              </a:spcBef>
              <a:buFontTx/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563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563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563"/>
              </a:spcBef>
              <a:buFontTx/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563"/>
              </a:spcBef>
              <a:buFontTx/>
              <a:buNone/>
              <a:defRPr baseline="0">
                <a:solidFill>
                  <a:schemeClr val="bg1"/>
                </a:solidFill>
              </a:defRPr>
            </a:lvl6pPr>
            <a:lvl7pPr marL="0" indent="0">
              <a:spcBef>
                <a:spcPts val="563"/>
              </a:spcBef>
              <a:buFontTx/>
              <a:buNone/>
              <a:defRPr baseline="0">
                <a:solidFill>
                  <a:schemeClr val="bg1"/>
                </a:solidFill>
              </a:defRPr>
            </a:lvl7pPr>
            <a:lvl8pPr marL="0" indent="0">
              <a:spcBef>
                <a:spcPts val="563"/>
              </a:spcBef>
              <a:buFontTx/>
              <a:buNone/>
              <a:defRPr baseline="0">
                <a:solidFill>
                  <a:schemeClr val="bg1"/>
                </a:solidFill>
              </a:defRPr>
            </a:lvl8pPr>
            <a:lvl9pPr marL="0" indent="0">
              <a:spcBef>
                <a:spcPts val="563"/>
              </a:spcBef>
              <a:buFontTx/>
              <a:buNone/>
              <a:defRPr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reeform 9"/>
          <p:cNvSpPr>
            <a:spLocks noChangeAspect="1"/>
          </p:cNvSpPr>
          <p:nvPr userDrawn="1"/>
        </p:nvSpPr>
        <p:spPr bwMode="black">
          <a:xfrm>
            <a:off x="226774" y="-1"/>
            <a:ext cx="456398" cy="399853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4714875" y="4737774"/>
            <a:ext cx="400050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88" dirty="0">
                <a:solidFill>
                  <a:srgbClr val="FFFFFF"/>
                </a:solidFill>
              </a:rPr>
              <a:t>DXC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5275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5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5" y="235065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5" y="1188721"/>
            <a:ext cx="8119872" cy="3228975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3490023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1" y="235065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0"/>
            <a:ext cx="8117904" cy="3219768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756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Lin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1468" y="270149"/>
            <a:ext cx="8474400" cy="392415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331200" y="1309499"/>
            <a:ext cx="8474400" cy="3161700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921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331470" y="181781"/>
            <a:ext cx="8534718" cy="38435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328613" y="893922"/>
            <a:ext cx="4030662" cy="3688503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4568826" y="893922"/>
            <a:ext cx="3940175" cy="3685113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674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71" y="564724"/>
            <a:ext cx="8534719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0" y="181778"/>
            <a:ext cx="8534718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6769768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ti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8737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7745"/>
            <a:ext cx="7222353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>
                <a:solidFill>
                  <a:schemeClr val="tx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</a:t>
            </a:r>
            <a:br>
              <a:rPr lang="en-US" noProof="0" dirty="0"/>
            </a:br>
            <a:r>
              <a:rPr lang="en-US" noProof="0" dirty="0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811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 title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31469" y="564723"/>
            <a:ext cx="8534719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31470" y="181778"/>
            <a:ext cx="8534718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894916"/>
            <a:ext cx="8179816" cy="3688991"/>
          </a:xfrm>
        </p:spPr>
        <p:txBody>
          <a:bodyPr wrap="square">
            <a:noAutofit/>
          </a:bodyPr>
          <a:lstStyle>
            <a:lvl1pPr marL="127398" indent="-127398">
              <a:buFont typeface="HP Simplified" pitchFamily="34" charset="0"/>
              <a:buChar char="•"/>
              <a:defRPr sz="1050" b="0">
                <a:solidFill>
                  <a:srgbClr val="000000"/>
                </a:solidFill>
              </a:defRPr>
            </a:lvl1pPr>
            <a:lvl2pPr marL="260748" indent="-133350">
              <a:buSzPct val="80000"/>
              <a:buFont typeface="HP Simplified"/>
              <a:buChar char="−"/>
              <a:defRPr sz="1050">
                <a:solidFill>
                  <a:srgbClr val="000000"/>
                </a:solidFill>
              </a:defRPr>
            </a:lvl2pPr>
            <a:lvl3pPr marL="386954" indent="-127398">
              <a:buFont typeface="HP Simplified" pitchFamily="34" charset="0"/>
              <a:buChar char="•"/>
              <a:defRPr sz="1050">
                <a:solidFill>
                  <a:srgbClr val="000000"/>
                </a:solidFill>
              </a:defRPr>
            </a:lvl3pPr>
            <a:lvl4pPr marL="516731" indent="-135731">
              <a:defRPr sz="1050">
                <a:solidFill>
                  <a:srgbClr val="000000"/>
                </a:solidFill>
              </a:defRPr>
            </a:lvl4pPr>
            <a:lvl5pPr marL="625079" indent="-113110">
              <a:buFont typeface="HP Simplified" pitchFamily="34" charset="0"/>
              <a:buChar char="•"/>
              <a:defRPr sz="105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26922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9725" y="315468"/>
            <a:ext cx="8375650" cy="329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685800" rtl="0" eaLnBrk="1" fontAlgn="auto" latinLnBrk="0" hangingPunct="1">
              <a:lnSpc>
                <a:spcPts val="2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aseline="0">
                <a:solidFill>
                  <a:schemeClr val="bg1"/>
                </a:solidFill>
                <a:latin typeface="Futura Bk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>
          <a:xfrm>
            <a:off x="4022725" y="4855369"/>
            <a:ext cx="1098550" cy="1512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fld id="{22163BDE-F639-410D-8368-E83291B8EAF0}" type="datetime1">
              <a:rPr lang="en-US" smtClean="0">
                <a:solidFill>
                  <a:srgbClr val="000000"/>
                </a:solidFill>
              </a:rPr>
              <a:pPr defTabSz="914400">
                <a:defRPr/>
              </a:pPr>
              <a:t>8/9/2023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95325" y="4855369"/>
            <a:ext cx="3290888" cy="1512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en-US">
                <a:solidFill>
                  <a:srgbClr val="000000"/>
                </a:solidFill>
              </a:rPr>
              <a:t>HP Confidential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365126" y="4855369"/>
            <a:ext cx="320675" cy="1512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fld id="{A2661299-9D93-4E02-BCEE-A489BB4C9D67}" type="slidenum">
              <a:rPr lang="en-US" smtClean="0">
                <a:solidFill>
                  <a:srgbClr val="000000"/>
                </a:solidFill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775375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329184" y="235064"/>
            <a:ext cx="8123236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 bwMode="black">
          <a:xfrm>
            <a:off x="329184" y="1188720"/>
            <a:ext cx="8119872" cy="32197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 bwMode="gray">
          <a:xfrm>
            <a:off x="329184" y="4788485"/>
            <a:ext cx="323009" cy="149332"/>
          </a:xfrm>
          <a:prstGeom prst="rect">
            <a:avLst/>
          </a:prstGeom>
        </p:spPr>
        <p:txBody>
          <a:bodyPr vert="horz" wrap="none" lIns="0" tIns="45720" rIns="91440" bIns="45720" rtlCol="0" anchor="ctr">
            <a:noAutofit/>
          </a:bodyPr>
          <a:lstStyle/>
          <a:p>
            <a:pPr marL="0" algn="l" defTabSz="914400" rtl="0" eaLnBrk="1" latinLnBrk="0" hangingPunct="1"/>
            <a:endParaRPr lang="en-US" sz="700" b="0" i="0" kern="1200" dirty="0">
              <a:solidFill>
                <a:srgbClr val="B9B8BB"/>
              </a:solidFill>
              <a:latin typeface="HP Simplified"/>
              <a:ea typeface="+mn-ea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260627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09" r:id="rId3"/>
    <p:sldLayoutId id="2147483839" r:id="rId4"/>
    <p:sldLayoutId id="2147483823" r:id="rId5"/>
    <p:sldLayoutId id="2147483824" r:id="rId6"/>
    <p:sldLayoutId id="2147483825" r:id="rId7"/>
  </p:sldLayoutIdLst>
  <p:hf sldNum="0"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lang="en-GB" sz="2800" b="1" i="0" kern="1200" dirty="0" smtClean="0">
          <a:solidFill>
            <a:srgbClr val="000000"/>
          </a:solidFill>
          <a:latin typeface="HP Simplified" pitchFamily="34" charset="0"/>
          <a:ea typeface="+mj-ea"/>
          <a:cs typeface="HP Simplified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Arial"/>
        <a:buNone/>
        <a:defRPr sz="1800" b="1" i="0" kern="1200">
          <a:solidFill>
            <a:srgbClr val="0096D6"/>
          </a:solidFill>
          <a:latin typeface="HP Simplified" pitchFamily="34" charset="0"/>
          <a:ea typeface="+mn-ea"/>
          <a:cs typeface="HP Simplified" pitchFamily="34" charset="0"/>
        </a:defRPr>
      </a:lvl1pPr>
      <a:lvl2pPr marL="0" indent="0" algn="l" defTabSz="430213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Lucida Grande"/>
        <a:buNone/>
        <a:defRPr sz="16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2pPr>
      <a:lvl3pPr marL="169863" indent="-16986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HP Simplified" pitchFamily="34" charset="0"/>
        <a:buChar char="•"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3pPr>
      <a:lvl4pPr marL="341313" indent="-180975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80000"/>
        <a:buFont typeface="HP Simplified" pitchFamily="34" charset="0"/>
        <a:buChar char="–"/>
        <a:defRPr lang="en-US" sz="1400" b="0" i="0" kern="1200" dirty="0" smtClean="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4pPr>
      <a:lvl5pPr marL="469900" indent="-15081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HP Simplified" pitchFamily="34" charset="0"/>
        <a:buChar char="•"/>
        <a:tabLst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5pPr>
      <a:lvl6pPr marL="2286000" indent="0" algn="l" defTabSz="457200" rtl="0" eaLnBrk="1" latinLnBrk="0" hangingPunct="1">
        <a:lnSpc>
          <a:spcPts val="2500"/>
        </a:lnSpc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57150" y="-57150"/>
            <a:ext cx="9258300" cy="525780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Freeform 9"/>
          <p:cNvSpPr>
            <a:spLocks noChangeAspect="1"/>
          </p:cNvSpPr>
          <p:nvPr userDrawn="1"/>
        </p:nvSpPr>
        <p:spPr bwMode="black">
          <a:xfrm>
            <a:off x="280194" y="0"/>
            <a:ext cx="351526" cy="307974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sz="2880">
              <a:solidFill>
                <a:srgbClr val="000000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428625" y="399852"/>
            <a:ext cx="8286750" cy="8860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428625" y="1285875"/>
            <a:ext cx="7000875" cy="3200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 bwMode="black">
          <a:xfrm>
            <a:off x="340519" y="4641056"/>
            <a:ext cx="1280160" cy="363601"/>
          </a:xfrm>
          <a:prstGeom prst="rect">
            <a:avLst/>
          </a:prstGeom>
        </p:spPr>
      </p:pic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7433469" y="4737773"/>
            <a:ext cx="1024731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512961"/>
            <a:fld id="{03C7D0F0-10D5-4191-B6F4-99306F468FEF}" type="datetime4">
              <a:rPr lang="en-US" sz="688" smtClean="0">
                <a:solidFill>
                  <a:srgbClr val="000000"/>
                </a:solidFill>
              </a:rPr>
              <a:pPr algn="r" defTabSz="512961"/>
              <a:t>August 9, 2023</a:t>
            </a:fld>
            <a:endParaRPr lang="en-US" sz="688" dirty="0">
              <a:solidFill>
                <a:srgbClr val="000000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8458200" y="4737774"/>
            <a:ext cx="257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12961"/>
            <a:fld id="{18E29826-F105-4F77-B977-03F4A4723A21}" type="slidenum">
              <a:rPr lang="en-US" sz="688" b="1" smtClean="0">
                <a:solidFill>
                  <a:srgbClr val="000000"/>
                </a:solidFill>
              </a:rPr>
              <a:pPr algn="r" defTabSz="512961"/>
              <a:t>‹#›</a:t>
            </a:fld>
            <a:endParaRPr lang="en-US" sz="688" b="1" dirty="0">
              <a:solidFill>
                <a:srgbClr val="000000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3000375" y="4737774"/>
            <a:ext cx="3143250" cy="1714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8" dirty="0">
                <a:solidFill>
                  <a:srgbClr val="000000"/>
                </a:solidFill>
              </a:rPr>
              <a:t>DXC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622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  <p:sldLayoutId id="2147483864" r:id="rId24"/>
    <p:sldLayoutId id="2147483865" r:id="rId25"/>
    <p:sldLayoutId id="2147483866" r:id="rId26"/>
    <p:sldLayoutId id="2147483867" r:id="rId27"/>
    <p:sldLayoutId id="2147483868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750"/>
        </a:spcBef>
        <a:buFontTx/>
        <a:buNone/>
        <a:defRPr sz="12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750"/>
        </a:spcBef>
        <a:buFontTx/>
        <a:buNone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" indent="-142875" algn="l" defTabSz="914400" rtl="0" eaLnBrk="1" latinLnBrk="0" hangingPunct="1">
        <a:spcBef>
          <a:spcPts val="750"/>
        </a:spcBef>
        <a:buFont typeface="Arial" pitchFamily="34" charset="0"/>
        <a:buChar char="•"/>
        <a:tabLst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142875" algn="l" defTabSz="914400" rtl="0" eaLnBrk="1" latinLnBrk="0" hangingPunct="1">
        <a:spcBef>
          <a:spcPts val="375"/>
        </a:spcBef>
        <a:buFont typeface="Arial" pitchFamily="34" charset="0"/>
        <a:buChar char="–"/>
        <a:tabLst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428625" indent="-142875" algn="l" defTabSz="914400" rtl="0" eaLnBrk="1" latinLnBrk="0" hangingPunct="1">
        <a:spcBef>
          <a:spcPts val="375"/>
        </a:spcBef>
        <a:buFont typeface="Arial" pitchFamily="34" charset="0"/>
        <a:buChar char="–"/>
        <a:tabLst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indent="-142875" algn="l" defTabSz="914400" rtl="0" eaLnBrk="1" latinLnBrk="0" hangingPunct="1">
        <a:spcBef>
          <a:spcPts val="375"/>
        </a:spcBef>
        <a:buFont typeface="Arial" pitchFamily="34" charset="0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714375" indent="-142875" algn="l" defTabSz="914400" rtl="0" eaLnBrk="1" latinLnBrk="0" hangingPunct="1">
        <a:spcBef>
          <a:spcPts val="375"/>
        </a:spcBef>
        <a:buFont typeface="Arial" pitchFamily="34" charset="0"/>
        <a:buChar char="–"/>
        <a:tabLst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142875" algn="l" defTabSz="914400" rtl="0" eaLnBrk="1" latinLnBrk="0" hangingPunct="1">
        <a:spcBef>
          <a:spcPts val="375"/>
        </a:spcBef>
        <a:buFont typeface="Arial" pitchFamily="34" charset="0"/>
        <a:buChar char="–"/>
        <a:defRPr sz="12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000125" indent="-142875" algn="l" defTabSz="914400" rtl="0" eaLnBrk="1" latinLnBrk="0" hangingPunct="1">
        <a:spcBef>
          <a:spcPts val="375"/>
        </a:spcBef>
        <a:buFont typeface="Arial" pitchFamily="34" charset="0"/>
        <a:buChar char="–"/>
        <a:tabLst/>
        <a:defRPr sz="12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21" Type="http://schemas.openxmlformats.org/officeDocument/2006/relationships/image" Target="../media/image23.gif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63" Type="http://schemas.openxmlformats.org/officeDocument/2006/relationships/image" Target="../media/image64.png"/><Relationship Id="rId68" Type="http://schemas.openxmlformats.org/officeDocument/2006/relationships/image" Target="../media/image6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9" Type="http://schemas.openxmlformats.org/officeDocument/2006/relationships/image" Target="../media/image30.PN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8" Type="http://schemas.openxmlformats.org/officeDocument/2006/relationships/image" Target="../media/image59.png"/><Relationship Id="rId66" Type="http://schemas.openxmlformats.org/officeDocument/2006/relationships/image" Target="../media/image67.png"/><Relationship Id="rId74" Type="http://schemas.openxmlformats.org/officeDocument/2006/relationships/image" Target="../media/image75.png"/><Relationship Id="rId5" Type="http://schemas.openxmlformats.org/officeDocument/2006/relationships/image" Target="../media/image8.PNG"/><Relationship Id="rId61" Type="http://schemas.openxmlformats.org/officeDocument/2006/relationships/image" Target="../media/image62.png"/><Relationship Id="rId19" Type="http://schemas.openxmlformats.org/officeDocument/2006/relationships/image" Target="../media/image22.jpeg"/><Relationship Id="rId14" Type="http://schemas.openxmlformats.org/officeDocument/2006/relationships/image" Target="../media/image17.png"/><Relationship Id="rId22" Type="http://schemas.openxmlformats.org/officeDocument/2006/relationships/image" Target="../media/image24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57.png"/><Relationship Id="rId64" Type="http://schemas.openxmlformats.org/officeDocument/2006/relationships/image" Target="../media/image65.png"/><Relationship Id="rId69" Type="http://schemas.openxmlformats.org/officeDocument/2006/relationships/image" Target="../media/image70.png"/><Relationship Id="rId8" Type="http://schemas.openxmlformats.org/officeDocument/2006/relationships/image" Target="../media/image11.png"/><Relationship Id="rId51" Type="http://schemas.openxmlformats.org/officeDocument/2006/relationships/image" Target="../media/image52.png"/><Relationship Id="rId72" Type="http://schemas.openxmlformats.org/officeDocument/2006/relationships/image" Target="../media/image73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hyperlink" Target="http://www.fiserv.com/default.htm" TargetMode="External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59" Type="http://schemas.openxmlformats.org/officeDocument/2006/relationships/image" Target="../media/image60.png"/><Relationship Id="rId67" Type="http://schemas.openxmlformats.org/officeDocument/2006/relationships/image" Target="../media/image68.png"/><Relationship Id="rId20" Type="http://schemas.openxmlformats.org/officeDocument/2006/relationships/hyperlink" Target="http://www.uwo.ca/index.html" TargetMode="External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62" Type="http://schemas.openxmlformats.org/officeDocument/2006/relationships/image" Target="../media/image63.png"/><Relationship Id="rId70" Type="http://schemas.openxmlformats.org/officeDocument/2006/relationships/image" Target="../media/image71.png"/><Relationship Id="rId75" Type="http://schemas.openxmlformats.org/officeDocument/2006/relationships/image" Target="../media/image76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5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57" Type="http://schemas.openxmlformats.org/officeDocument/2006/relationships/image" Target="../media/image58.png"/><Relationship Id="rId10" Type="http://schemas.openxmlformats.org/officeDocument/2006/relationships/image" Target="../media/image13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60" Type="http://schemas.openxmlformats.org/officeDocument/2006/relationships/image" Target="../media/image61.png"/><Relationship Id="rId65" Type="http://schemas.openxmlformats.org/officeDocument/2006/relationships/image" Target="../media/image66.png"/><Relationship Id="rId73" Type="http://schemas.openxmlformats.org/officeDocument/2006/relationships/image" Target="../media/image7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9" Type="http://schemas.openxmlformats.org/officeDocument/2006/relationships/image" Target="../media/image40.png"/><Relationship Id="rId34" Type="http://schemas.openxmlformats.org/officeDocument/2006/relationships/image" Target="../media/image35.png"/><Relationship Id="rId50" Type="http://schemas.openxmlformats.org/officeDocument/2006/relationships/image" Target="../media/image51.png"/><Relationship Id="rId55" Type="http://schemas.openxmlformats.org/officeDocument/2006/relationships/image" Target="../media/image56.png"/><Relationship Id="rId7" Type="http://schemas.openxmlformats.org/officeDocument/2006/relationships/image" Target="../media/image10.jpeg"/><Relationship Id="rId71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38DB5CC-6C7D-4A19-8383-1EA5B47D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504" y="4308777"/>
            <a:ext cx="709617" cy="265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1C0E6C-8E14-88F8-6754-C1201DE53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28" y="1558380"/>
            <a:ext cx="523936" cy="5153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303" y="2315472"/>
            <a:ext cx="1053752" cy="499556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855" y="943560"/>
            <a:ext cx="1227717" cy="610805"/>
          </a:xfrm>
          <a:prstGeom prst="rect">
            <a:avLst/>
          </a:prstGeom>
        </p:spPr>
      </p:pic>
      <p:pic>
        <p:nvPicPr>
          <p:cNvPr id="83" name="Picture 2" descr="PA Department of Human Services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67" y="4389898"/>
            <a:ext cx="1634126" cy="33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A42B316-EEFA-4925-AAE1-332F3F70AB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040" y="2333735"/>
            <a:ext cx="1090674" cy="3388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50A8414-9871-43A1-91D3-2647E864BC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264" y="3888669"/>
            <a:ext cx="733419" cy="42829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090BD52-C539-4207-ADC0-1EC935B46A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4786" y="3618352"/>
            <a:ext cx="803810" cy="7358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6334" y="2549130"/>
            <a:ext cx="686880" cy="58875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25" y="1020423"/>
            <a:ext cx="1356451" cy="353050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954" y="1852079"/>
            <a:ext cx="677565" cy="64152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6896" y="1629968"/>
            <a:ext cx="1180984" cy="962095"/>
          </a:xfrm>
          <a:prstGeom prst="rect">
            <a:avLst/>
          </a:prstGeom>
        </p:spPr>
      </p:pic>
      <p:pic>
        <p:nvPicPr>
          <p:cNvPr id="7" name="Picture 14" descr="logo3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301518" y="2704287"/>
            <a:ext cx="6592" cy="6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77"/>
          <p:cNvSpPr>
            <a:spLocks noChangeArrowheads="1"/>
          </p:cNvSpPr>
          <p:nvPr/>
        </p:nvSpPr>
        <p:spPr bwMode="auto">
          <a:xfrm>
            <a:off x="457084" y="925201"/>
            <a:ext cx="136383" cy="34788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</a:schemeClr>
            </a:prstShdw>
          </a:effectLst>
        </p:spPr>
        <p:txBody>
          <a:bodyPr wrap="none" lIns="67500" tIns="35100" rIns="67500" bIns="35100" anchor="ctr">
            <a:spAutoFit/>
          </a:bodyPr>
          <a:lstStyle/>
          <a:p>
            <a:pPr defTabSz="457189" eaLnBrk="0" hangingPunct="0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Rectangle 78"/>
          <p:cNvSpPr>
            <a:spLocks noChangeArrowheads="1"/>
          </p:cNvSpPr>
          <p:nvPr/>
        </p:nvSpPr>
        <p:spPr bwMode="auto">
          <a:xfrm>
            <a:off x="441908" y="1099299"/>
            <a:ext cx="136383" cy="34788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</a:schemeClr>
            </a:prstShdw>
          </a:effectLst>
        </p:spPr>
        <p:txBody>
          <a:bodyPr wrap="none" lIns="67500" tIns="35100" rIns="67500" bIns="35100" anchor="ctr">
            <a:spAutoFit/>
          </a:bodyPr>
          <a:lstStyle/>
          <a:p>
            <a:pPr defTabSz="457189" eaLnBrk="0" hangingPunct="0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Rectangle 80"/>
          <p:cNvSpPr>
            <a:spLocks noChangeArrowheads="1"/>
          </p:cNvSpPr>
          <p:nvPr/>
        </p:nvSpPr>
        <p:spPr bwMode="auto">
          <a:xfrm>
            <a:off x="457084" y="1689870"/>
            <a:ext cx="136383" cy="34788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</a:schemeClr>
            </a:prstShdw>
          </a:effectLst>
        </p:spPr>
        <p:txBody>
          <a:bodyPr wrap="none" lIns="67500" tIns="35100" rIns="67500" bIns="35100" anchor="ctr">
            <a:spAutoFit/>
          </a:bodyPr>
          <a:lstStyle/>
          <a:p>
            <a:pPr defTabSz="457189" eaLnBrk="0" hangingPunct="0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687" y="4376057"/>
            <a:ext cx="962857" cy="43885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72" y="529592"/>
            <a:ext cx="1541153" cy="38638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583" y="3690053"/>
            <a:ext cx="497766" cy="497766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58" y="3587571"/>
            <a:ext cx="1163555" cy="305635"/>
          </a:xfrm>
          <a:prstGeom prst="rect">
            <a:avLst/>
          </a:prstGeom>
        </p:spPr>
      </p:pic>
      <p:pic>
        <p:nvPicPr>
          <p:cNvPr id="58" name="Picture 2" descr="Western University">
            <a:hlinkClick r:id="rId20"/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588" y="4014764"/>
            <a:ext cx="1160487" cy="293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itle 3"/>
          <p:cNvSpPr>
            <a:spLocks noGrp="1"/>
          </p:cNvSpPr>
          <p:nvPr>
            <p:ph type="ctrTitle"/>
          </p:nvPr>
        </p:nvSpPr>
        <p:spPr>
          <a:xfrm>
            <a:off x="285237" y="87165"/>
            <a:ext cx="8534130" cy="381246"/>
          </a:xfrm>
        </p:spPr>
        <p:txBody>
          <a:bodyPr/>
          <a:lstStyle/>
          <a:p>
            <a:pPr algn="ctr"/>
            <a:r>
              <a:rPr lang="en-US" sz="2500" dirty="0">
                <a:solidFill>
                  <a:srgbClr val="5F24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 Serves Many Global Enterprises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64" y="2862725"/>
            <a:ext cx="1791897" cy="305804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401" y="2456538"/>
            <a:ext cx="715835" cy="662810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89954" y="3544896"/>
            <a:ext cx="877052" cy="384068"/>
          </a:xfrm>
          <a:prstGeom prst="rect">
            <a:avLst/>
          </a:prstGeom>
        </p:spPr>
      </p:pic>
      <p:pic>
        <p:nvPicPr>
          <p:cNvPr id="18" name="Picture 296" descr="Fiserv">
            <a:hlinkClick r:id="rId25"/>
          </p:cNvPr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426316" y="2267459"/>
            <a:ext cx="711794" cy="358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" name="Picture 102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73235" y="3064651"/>
            <a:ext cx="1064226" cy="38935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845221" y="4870836"/>
            <a:ext cx="1556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30203">
              <a:spcAft>
                <a:spcPts val="400"/>
              </a:spcAft>
              <a:buSzPct val="100000"/>
            </a:pPr>
            <a:r>
              <a:rPr lang="en-US" sz="1000" b="1" i="1" dirty="0">
                <a:solidFill>
                  <a:srgbClr val="FF0000"/>
                </a:solidFill>
                <a:cs typeface="HP Simplified" pitchFamily="34" charset="0"/>
              </a:rPr>
              <a:t>DXC Internal Use Only </a:t>
            </a: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331" y="3184891"/>
            <a:ext cx="1371074" cy="287591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793" y="3241946"/>
            <a:ext cx="1052813" cy="29970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269" y="4106068"/>
            <a:ext cx="768241" cy="652542"/>
          </a:xfrm>
          <a:prstGeom prst="rect">
            <a:avLst/>
          </a:prstGeom>
        </p:spPr>
      </p:pic>
      <p:pic>
        <p:nvPicPr>
          <p:cNvPr id="89" name="Picture 6" descr="SAI"/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941" y="1074274"/>
            <a:ext cx="701634" cy="3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930756" y="3695372"/>
            <a:ext cx="1201554" cy="3410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18027" y="3573708"/>
            <a:ext cx="914399" cy="407963"/>
          </a:xfrm>
          <a:prstGeom prst="rect">
            <a:avLst/>
          </a:prstGeom>
        </p:spPr>
      </p:pic>
      <p:pic>
        <p:nvPicPr>
          <p:cNvPr id="1028" name="Picture 4" descr="Home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73" y="2725374"/>
            <a:ext cx="866482" cy="31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Global Payments Logo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61" y="3597853"/>
            <a:ext cx="1263518" cy="18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389441-EEB6-44D7-BE3B-FBC64751372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61924" y="3550220"/>
            <a:ext cx="1093263" cy="291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4B3DE-6F10-4D61-93DB-5C947A3378C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68274" y="2603148"/>
            <a:ext cx="1233994" cy="2222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3CBB15-3A9E-402C-9872-2A027358C9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040593" y="1586418"/>
            <a:ext cx="1735995" cy="1946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898FD6-3268-4229-8771-D7B9D20A3C8B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23319" y="2974287"/>
            <a:ext cx="1572393" cy="194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27B6EC-B437-4521-8A4C-788E4FC67F63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01829" y="4569906"/>
            <a:ext cx="1742789" cy="449313"/>
          </a:xfrm>
          <a:prstGeom prst="rect">
            <a:avLst/>
          </a:prstGeom>
        </p:spPr>
      </p:pic>
      <p:pic>
        <p:nvPicPr>
          <p:cNvPr id="4" name="Picture 34">
            <a:extLst>
              <a:ext uri="{FF2B5EF4-FFF2-40B4-BE49-F238E27FC236}">
                <a16:creationId xmlns:a16="http://schemas.microsoft.com/office/drawing/2014/main" id="{06F67A12-61F4-4181-8761-6E68A4D1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274" y="4115998"/>
            <a:ext cx="1114305" cy="41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54015B-0026-4ADE-A8C2-1B2FA6F90DB0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917593" y="742975"/>
            <a:ext cx="995554" cy="28649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63B48A1-5340-4F51-B06B-447AF354510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133456" y="1176669"/>
            <a:ext cx="849202" cy="55955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484706B-D58D-4F48-9924-F687A8AB76D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04524" y="3227304"/>
            <a:ext cx="1582087" cy="36824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1F7A84D-D5DB-495B-8ED5-B34538625CE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745782" y="1362698"/>
            <a:ext cx="830561" cy="42775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BC7EDC4-84E4-4BF9-9D30-C7803AEF6B1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9242" y="3103288"/>
            <a:ext cx="775681" cy="3893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4569E6F-9BB5-40F5-91DE-9CAC3587F093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95105" y="2531253"/>
            <a:ext cx="917067" cy="4053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4AE635B-C4BB-48FE-8126-F13F714FC68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706521" y="998250"/>
            <a:ext cx="710112" cy="493468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3650C23C-D1B0-4618-BAA8-7EA851FF141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98138" y="4303059"/>
            <a:ext cx="2534965" cy="28166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C69FC69-E679-4606-92D1-575B2687F45F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079411" y="1853251"/>
            <a:ext cx="507963" cy="44419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474690" y="3886482"/>
            <a:ext cx="625445" cy="4840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54FEA66-AEA9-3CE3-5774-C109C3E05C6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426373" y="1166205"/>
            <a:ext cx="627942" cy="46943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B4E837B-9C08-9B50-3BAE-89A2FA95F2B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93203" y="649188"/>
            <a:ext cx="969348" cy="36579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C2B0FFE-3B9E-7B10-FACF-B624FE790E97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495119" y="688188"/>
            <a:ext cx="1308461" cy="29973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39615C3-98A1-7FD7-5EDB-CB82ABD7975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01641" y="1095550"/>
            <a:ext cx="742798" cy="18054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41941C5-6786-45E3-BD76-DDCB6EDA2F8A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156863" y="2147001"/>
            <a:ext cx="1560091" cy="3823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A942E8-9E96-E120-343E-4F0491FC6545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71260" y="3860231"/>
            <a:ext cx="998035" cy="44783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90E8EEC-5F48-F9EB-3490-E2037869E55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589776" y="1945921"/>
            <a:ext cx="1053752" cy="17657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6EF5780-1447-4AD0-97AB-7AFE4F153A6B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046057" y="1425117"/>
            <a:ext cx="700083" cy="47552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87C1B0E-9D32-09FE-0640-83E24F0A22E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842231" y="2592474"/>
            <a:ext cx="1030313" cy="29263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D984023-C0AB-057F-9CD6-9D53222F1F58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833748" y="652553"/>
            <a:ext cx="1042506" cy="28044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3C65241-CC7E-66C0-C10B-F117E55B3B5A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407076" y="3930729"/>
            <a:ext cx="1058476" cy="43733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E11B4E1-C195-285F-8256-D43E95D42F16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064889" y="689549"/>
            <a:ext cx="1336641" cy="24036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8C89EBC-8CCF-11F7-7BA5-542D0A5EAF4E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24060" y="1414533"/>
            <a:ext cx="1201016" cy="39627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18149E28-372E-5B6A-DBF9-7F5DB08543F0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05934" y="1843061"/>
            <a:ext cx="1664352" cy="35359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C33D2127-C60D-C0E5-B38E-7D9C96C12C03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576343" y="3175461"/>
            <a:ext cx="926672" cy="49381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9865F92-AC81-B7A5-8661-680253C0C668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312546" y="3069254"/>
            <a:ext cx="1201016" cy="43285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BD7960B-F3BD-6B09-95B1-4A67C98B9845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428589" y="1899530"/>
            <a:ext cx="890015" cy="499557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99BF944-6CC1-E046-98DB-F0A2886EB72A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479036" y="1948342"/>
            <a:ext cx="1792379" cy="47552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C611F003-B24C-AE19-A340-315792CF7AB9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832426" y="1097550"/>
            <a:ext cx="944962" cy="42675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3F14F22C-342D-F2C7-10E9-B63DCBCF92C1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272501" y="4535122"/>
            <a:ext cx="2121785" cy="15885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D5DD080B-7BD2-43C4-973C-D98DCA024FBF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040556" y="4581530"/>
            <a:ext cx="1621677" cy="17679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58" y="2710879"/>
            <a:ext cx="1153230" cy="281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C125C6-6AA6-87BC-59C6-0B1B2B1777D0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788594" y="1134532"/>
            <a:ext cx="628650" cy="676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909DF2-DF2C-0BC3-520A-F27A791BB30C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7978801" y="707212"/>
            <a:ext cx="987274" cy="3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51832"/>
      </p:ext>
    </p:extLst>
  </p:cSld>
  <p:clrMapOvr>
    <a:masterClrMapping/>
  </p:clrMapOvr>
</p:sld>
</file>

<file path=ppt/theme/theme1.xml><?xml version="1.0" encoding="utf-8"?>
<a:theme xmlns:a="http://schemas.openxmlformats.org/drawingml/2006/main" name="HP_PPT_Standard_template_16x9_Jan2013">
  <a:themeElements>
    <a:clrScheme name="Custom 214">
      <a:dk1>
        <a:sysClr val="windowText" lastClr="000000"/>
      </a:dk1>
      <a:lt1>
        <a:sysClr val="window" lastClr="FFFFFF"/>
      </a:lt1>
      <a:dk2>
        <a:srgbClr val="0096D6"/>
      </a:dk2>
      <a:lt2>
        <a:srgbClr val="E5E8E8"/>
      </a:lt2>
      <a:accent1>
        <a:srgbClr val="0096D6"/>
      </a:accent1>
      <a:accent2>
        <a:srgbClr val="F05332"/>
      </a:accent2>
      <a:accent3>
        <a:srgbClr val="822980"/>
      </a:accent3>
      <a:accent4>
        <a:srgbClr val="87898B"/>
      </a:accent4>
      <a:accent5>
        <a:srgbClr val="B9B8BB"/>
      </a:accent5>
      <a:accent6>
        <a:srgbClr val="008B2B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defTabSz="430213">
          <a:spcAft>
            <a:spcPts val="400"/>
          </a:spcAft>
          <a:buSzPct val="100000"/>
          <a:defRPr sz="1600" dirty="0" smtClean="0">
            <a:solidFill>
              <a:srgbClr val="000000"/>
            </a:solidFill>
            <a:latin typeface="HP Simplified" pitchFamily="34" charset="0"/>
            <a:cs typeface="HP Simplifie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XC">
  <a:themeElements>
    <a:clrScheme name="DX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666666"/>
      </a:accent2>
      <a:accent3>
        <a:srgbClr val="FFED00"/>
      </a:accent3>
      <a:accent4>
        <a:srgbClr val="64FF00"/>
      </a:accent4>
      <a:accent5>
        <a:srgbClr val="00C9FF"/>
      </a:accent5>
      <a:accent6>
        <a:srgbClr val="D9D9D9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dxc_int_powerpoint_16x9_template" id="{0A550C65-A83E-C24C-B08F-DB19D25C59F5}" vid="{B712A4A5-3F4E-3D44-AEDC-22156EEF3D1F}"/>
    </a:ext>
  </a:extLst>
</a:theme>
</file>

<file path=ppt/theme/theme3.xml><?xml version="1.0" encoding="utf-8"?>
<a:theme xmlns:a="http://schemas.openxmlformats.org/drawingml/2006/main" name="Office Theme">
  <a:themeElements>
    <a:clrScheme name="HP Theme colors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96D6"/>
      </a:accent1>
      <a:accent2>
        <a:srgbClr val="F05332"/>
      </a:accent2>
      <a:accent3>
        <a:srgbClr val="B7CA34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SC_x0020_Classification xmlns="168e0357-5b39-4600-91c2-bfff6e896513">Low Sensitivity</CSC_x0020_Classification>
    <g3a641af50c1442cbb2b27e16f97a606 xmlns="168e0357-5b39-4600-91c2-bfff6e896513">
      <Terms xmlns="http://schemas.microsoft.com/office/infopath/2007/PartnerControls"/>
    </g3a641af50c1442cbb2b27e16f97a606>
    <TaxCatchAll xmlns="168e0357-5b39-4600-91c2-bfff6e896513" xsi:nil="true"/>
    <i197e11bdb404a658e317b56bc78a103 xmlns="168e0357-5b39-4600-91c2-bfff6e896513">
      <Terms xmlns="http://schemas.microsoft.com/office/infopath/2007/PartnerControls"/>
    </i197e11bdb404a658e317b56bc78a103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Internal Information Systems" ma:contentTypeID="0x01010014A374DEA043E640B2891CD3FD4BCAD70900DF8D2DC934290745BBE1E3F124631E9E" ma:contentTypeVersion="5" ma:contentTypeDescription="" ma:contentTypeScope="" ma:versionID="f73d3de577656c06cc41004c51cde6cc">
  <xsd:schema xmlns:xsd="http://www.w3.org/2001/XMLSchema" xmlns:xs="http://www.w3.org/2001/XMLSchema" xmlns:p="http://schemas.microsoft.com/office/2006/metadata/properties" xmlns:ns2="168e0357-5b39-4600-91c2-bfff6e896513" targetNamespace="http://schemas.microsoft.com/office/2006/metadata/properties" ma:root="true" ma:fieldsID="79bf7a1189f6e26cee062cb12541473e" ns2:_="">
    <xsd:import namespace="168e0357-5b39-4600-91c2-bfff6e896513"/>
    <xsd:element name="properties">
      <xsd:complexType>
        <xsd:sequence>
          <xsd:element name="documentManagement">
            <xsd:complexType>
              <xsd:all>
                <xsd:element ref="ns2:g3a641af50c1442cbb2b27e16f97a606" minOccurs="0"/>
                <xsd:element ref="ns2:TaxCatchAll" minOccurs="0"/>
                <xsd:element ref="ns2:TaxCatchAllLabel" minOccurs="0"/>
                <xsd:element ref="ns2:CSC_x0020_Classification"/>
                <xsd:element ref="ns2:i197e11bdb404a658e317b56bc78a10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e0357-5b39-4600-91c2-bfff6e896513" elementFormDefault="qualified">
    <xsd:import namespace="http://schemas.microsoft.com/office/2006/documentManagement/types"/>
    <xsd:import namespace="http://schemas.microsoft.com/office/infopath/2007/PartnerControls"/>
    <xsd:element name="g3a641af50c1442cbb2b27e16f97a606" ma:index="8" nillable="true" ma:taxonomy="true" ma:internalName="g3a641af50c1442cbb2b27e16f97a606" ma:taxonomyFieldName="Information_x0020_Systems_x0020_DocType" ma:displayName="Internal Information Systems DocType" ma:readOnly="false" ma:default="" ma:fieldId="{03a641af-50c1-442c-bb2b-27e16f97a606}" ma:sspId="18f211cb-e08d-4e65-a875-32590ca7bbf7" ma:termSetId="bb9152df-29c1-4915-9ef3-1baf65f61995" ma:anchorId="323cd7fc-feb6-4582-a870-460c50f2e57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acf15802-6c2d-43eb-87ed-065a993ed537}" ma:internalName="TaxCatchAll" ma:showField="CatchAllData" ma:web="5004fa11-d326-4078-beb0-e906c81529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acf15802-6c2d-43eb-87ed-065a993ed537}" ma:internalName="TaxCatchAllLabel" ma:readOnly="true" ma:showField="CatchAllDataLabel" ma:web="5004fa11-d326-4078-beb0-e906c81529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SC_x0020_Classification" ma:index="12" ma:displayName="CSC Information Classification" ma:default="Low Sensitivity" ma:description="Select the appropriate level of sensitivity for the documents." ma:format="Dropdown" ma:internalName="CSC_x0020_Classification" ma:readOnly="false">
      <xsd:simpleType>
        <xsd:restriction base="dms:Choice">
          <xsd:enumeration value="Low Sensitivity"/>
          <xsd:enumeration value="Medium Sensitivity"/>
          <xsd:enumeration value="High Sensitivity"/>
          <xsd:enumeration value="No Sensitivity"/>
        </xsd:restriction>
      </xsd:simpleType>
    </xsd:element>
    <xsd:element name="i197e11bdb404a658e317b56bc78a103" ma:index="13" nillable="true" ma:taxonomy="true" ma:internalName="i197e11bdb404a658e317b56bc78a103" ma:taxonomyFieldName="Global_x0020_Keywords" ma:displayName="Global Keywords" ma:default="" ma:fieldId="{2197e11b-db40-4a65-8e31-7b56bc78a103}" ma:taxonomyMulti="true" ma:sspId="18f211cb-e08d-4e65-a875-32590ca7bbf7" ma:termSetId="ac03c3be-0c78-4049-8d37-5824bb8dd3e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18f211cb-e08d-4e65-a875-32590ca7bbf7" ContentTypeId="0x01010014A374DEA043E640B2891CD3FD4BCAD709" PreviousValue="false"/>
</file>

<file path=customXml/itemProps1.xml><?xml version="1.0" encoding="utf-8"?>
<ds:datastoreItem xmlns:ds="http://schemas.openxmlformats.org/officeDocument/2006/customXml" ds:itemID="{4C9862D5-34D2-4872-BC76-16E2B07969BF}">
  <ds:schemaRefs>
    <ds:schemaRef ds:uri="http://www.w3.org/XML/1998/namespace"/>
    <ds:schemaRef ds:uri="http://schemas.openxmlformats.org/package/2006/metadata/core-properties"/>
    <ds:schemaRef ds:uri="168e0357-5b39-4600-91c2-bfff6e896513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6AFA65B-196A-4E1B-AB75-76F7AAD756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E2CB67-D9EF-4417-9AAD-68658DF3B2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e0357-5b39-4600-91c2-bfff6e8965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887A7D7-F329-4FAE-9966-C702AEE729D4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HP_PPT_Standard_template_16x9_Jan2013</Template>
  <TotalTime>3001</TotalTime>
  <Words>877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Futura Bk</vt:lpstr>
      <vt:lpstr>HP Simplified</vt:lpstr>
      <vt:lpstr>Lucida Grande</vt:lpstr>
      <vt:lpstr>HP_PPT_Standard_template_16x9_Jan2013</vt:lpstr>
      <vt:lpstr>DXC</vt:lpstr>
      <vt:lpstr>BES Serves Many Global Enterprises</vt:lpstr>
    </vt:vector>
  </TitlesOfParts>
  <Company>DXC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</dc:title>
  <dc:creator>Bassett, Michael V</dc:creator>
  <cp:lastModifiedBy>Bassett, Michael</cp:lastModifiedBy>
  <cp:revision>249</cp:revision>
  <cp:lastPrinted>2012-04-13T15:38:33Z</cp:lastPrinted>
  <dcterms:created xsi:type="dcterms:W3CDTF">2013-05-21T16:17:25Z</dcterms:created>
  <dcterms:modified xsi:type="dcterms:W3CDTF">2023-08-09T15:03:43Z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0x01010014A374DEA043E640B2891CD3FD4BCAD70900DF8D2DC934290745BBE1E3F124631E9E</vt:lpwstr>
  </property>
  <property fmtid="{D5CDD505-2E9C-101B-9397-08002B2CF9AE}" pid="3" name="Global Keywords">
    <vt:lpwstr/>
  </property>
  <property fmtid="{D5CDD505-2E9C-101B-9397-08002B2CF9AE}" pid="4" name="Information Systems DocType">
    <vt:lpwstr/>
  </property>
</Properties>
</file>