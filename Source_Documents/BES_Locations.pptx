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569" r:id="rId2"/>
  </p:sldIdLst>
  <p:sldSz cx="14630400" cy="8229600"/>
  <p:notesSz cx="7772400" cy="14173200"/>
  <p:defaultTextStyle>
    <a:defPPr>
      <a:defRPr lang="en-US"/>
    </a:defPPr>
    <a:lvl1pPr marL="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1pPr>
    <a:lvl2pPr marL="73152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2pPr>
    <a:lvl3pPr marL="146304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3pPr>
    <a:lvl4pPr marL="219456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4pPr>
    <a:lvl5pPr marL="292608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5pPr>
    <a:lvl6pPr marL="365760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8" userDrawn="1">
          <p15:clr>
            <a:srgbClr val="A4A3A4"/>
          </p15:clr>
        </p15:guide>
        <p15:guide id="2" orient="horz" pos="2592" userDrawn="1">
          <p15:clr>
            <a:srgbClr val="A4A3A4"/>
          </p15:clr>
        </p15:guide>
        <p15:guide id="3" orient="horz" pos="4512" userDrawn="1">
          <p15:clr>
            <a:srgbClr val="A4A3A4"/>
          </p15:clr>
        </p15:guide>
        <p15:guide id="4" orient="horz" pos="4896" userDrawn="1">
          <p15:clr>
            <a:srgbClr val="A4A3A4"/>
          </p15:clr>
        </p15:guide>
        <p15:guide id="5" pos="7488" userDrawn="1">
          <p15:clr>
            <a:srgbClr val="A4A3A4"/>
          </p15:clr>
        </p15:guide>
        <p15:guide id="6" pos="432" userDrawn="1">
          <p15:clr>
            <a:srgbClr val="A4A3A4"/>
          </p15:clr>
        </p15:guide>
        <p15:guide id="7" pos="3024" userDrawn="1">
          <p15:clr>
            <a:srgbClr val="A4A3A4"/>
          </p15:clr>
        </p15:guide>
        <p15:guide id="8" pos="3312" userDrawn="1">
          <p15:clr>
            <a:srgbClr val="A4A3A4"/>
          </p15:clr>
        </p15:guide>
        <p15:guide id="9" pos="4464" userDrawn="1">
          <p15:clr>
            <a:srgbClr val="A4A3A4"/>
          </p15:clr>
        </p15:guide>
        <p15:guide id="10" pos="4608" userDrawn="1">
          <p15:clr>
            <a:srgbClr val="A4A3A4"/>
          </p15:clr>
        </p15:guide>
        <p15:guide id="11" pos="4752" userDrawn="1">
          <p15:clr>
            <a:srgbClr val="A4A3A4"/>
          </p15:clr>
        </p15:guide>
        <p15:guide id="12" pos="5904" userDrawn="1">
          <p15:clr>
            <a:srgbClr val="A4A3A4"/>
          </p15:clr>
        </p15:guide>
        <p15:guide id="13" pos="6192" userDrawn="1">
          <p15:clr>
            <a:srgbClr val="A4A3A4"/>
          </p15:clr>
        </p15:guide>
        <p15:guide id="14" pos="87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464" userDrawn="1">
          <p15:clr>
            <a:srgbClr val="A4A3A4"/>
          </p15:clr>
        </p15:guide>
        <p15:guide id="2" pos="244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249F"/>
    <a:srgbClr val="FFED00"/>
    <a:srgbClr val="FFFF00"/>
    <a:srgbClr val="F9F048"/>
    <a:srgbClr val="969696"/>
    <a:srgbClr val="63666A"/>
    <a:srgbClr val="FFCD00"/>
    <a:srgbClr val="D9DF23"/>
    <a:srgbClr val="666666"/>
    <a:srgbClr val="3300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744FBE-B421-442B-8357-A14C0D00F49E}" v="1" dt="2023-12-22T18:26:27.349"/>
  </p1510:revLst>
</p1510:revInfo>
</file>

<file path=ppt/tableStyles.xml><?xml version="1.0" encoding="utf-8"?>
<a:tblStyleLst xmlns:a="http://schemas.openxmlformats.org/drawingml/2006/main" def="{45BD5076-5073-49C7-9E08-65982F3C9860}">
  <a:tblStyle styleId="{45BD5076-5073-49C7-9E08-65982F3C9860}" styleName="DXC Table">
    <a:wholeTbl>
      <a:tcTxStyle>
        <a:fontRef idx="minor"/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000000"/>
              </a:solidFill>
            </a:ln>
          </a:top>
          <a:bottom>
            <a:ln w="6350">
              <a:solidFill>
                <a:srgbClr val="000000"/>
              </a:solidFill>
            </a:ln>
          </a:bottom>
          <a:insideH>
            <a:ln w="6350">
              <a:solidFill>
                <a:srgbClr val="000000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ajor"/>
        <a:srgbClr val="000000"/>
      </a:tcTxStyle>
      <a:tcStyle>
        <a:tcBdr/>
      </a:tcStyle>
    </a:lastCol>
    <a:firstCol>
      <a:tcTxStyle b="on">
        <a:fontRef idx="major"/>
        <a:srgbClr val="000000"/>
      </a:tcTxStyle>
      <a:tcStyle>
        <a:tcBdr/>
      </a:tcStyle>
    </a:firstCol>
    <a:lastRow>
      <a:tcTxStyle b="on">
        <a:fontRef idx="major"/>
        <a:srgbClr val="000000"/>
      </a:tcTxStyle>
      <a:tcStyle>
        <a:tcBdr>
          <a:top>
            <a:ln w="19050">
              <a:solidFill>
                <a:srgbClr val="000000"/>
              </a:solidFill>
            </a:ln>
          </a:top>
          <a:bottom>
            <a:ln>
              <a:noFill/>
            </a:ln>
          </a:bottom>
        </a:tcBdr>
        <a:fill>
          <a:noFill/>
        </a:fill>
      </a:tcStyle>
    </a:lastRow>
    <a:firstRow>
      <a:tcTxStyle b="on">
        <a:fontRef idx="major"/>
        <a:srgbClr val="000000"/>
      </a:tcTxStyle>
      <a:tcStyle>
        <a:tcBdr>
          <a:top>
            <a:ln>
              <a:noFill/>
            </a:ln>
          </a:top>
          <a:bottom>
            <a:ln w="19050">
              <a:solidFill>
                <a:srgbClr val="000000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041" autoAdjust="0"/>
    <p:restoredTop sz="97153" autoAdjust="0"/>
  </p:normalViewPr>
  <p:slideViewPr>
    <p:cSldViewPr snapToGrid="0" snapToObjects="1" showGuides="1">
      <p:cViewPr varScale="1">
        <p:scale>
          <a:sx n="91" d="100"/>
          <a:sy n="91" d="100"/>
        </p:scale>
        <p:origin x="114" y="156"/>
      </p:cViewPr>
      <p:guideLst>
        <p:guide orient="horz" pos="408"/>
        <p:guide orient="horz" pos="2592"/>
        <p:guide orient="horz" pos="4512"/>
        <p:guide orient="horz" pos="4896"/>
        <p:guide pos="7488"/>
        <p:guide pos="432"/>
        <p:guide pos="3024"/>
        <p:guide pos="3312"/>
        <p:guide pos="4464"/>
        <p:guide pos="4608"/>
        <p:guide pos="4752"/>
        <p:guide pos="5904"/>
        <p:guide pos="6192"/>
        <p:guide pos="87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 snapToObjects="1" showGuides="1">
      <p:cViewPr varScale="1">
        <p:scale>
          <a:sx n="110" d="100"/>
          <a:sy n="110" d="100"/>
        </p:scale>
        <p:origin x="6648" y="114"/>
      </p:cViewPr>
      <p:guideLst>
        <p:guide orient="horz" pos="4464"/>
        <p:guide pos="244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commentAuthors" Target="commentAuthors.xml"/><Relationship Id="rId10" Type="http://schemas.microsoft.com/office/2016/11/relationships/changesInfo" Target="changesInfos/changesInfo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SSETT, MICHAEL" userId="2159b8a8-8515-4540-8d0e-5ee47e0cb56e" providerId="ADAL" clId="{E697F30D-27C7-4453-B085-9F3710FCAB84}"/>
    <pc:docChg chg="undo custSel modSld modMainMaster">
      <pc:chgData name="BASSETT, MICHAEL" userId="2159b8a8-8515-4540-8d0e-5ee47e0cb56e" providerId="ADAL" clId="{E697F30D-27C7-4453-B085-9F3710FCAB84}" dt="2022-08-25T14:55:58.672" v="56"/>
      <pc:docMkLst>
        <pc:docMk/>
      </pc:docMkLst>
      <pc:sldChg chg="addSp modSp mod">
        <pc:chgData name="BASSETT, MICHAEL" userId="2159b8a8-8515-4540-8d0e-5ee47e0cb56e" providerId="ADAL" clId="{E697F30D-27C7-4453-B085-9F3710FCAB84}" dt="2022-08-25T14:53:39.484" v="55" actId="1076"/>
        <pc:sldMkLst>
          <pc:docMk/>
          <pc:sldMk cId="1414039679" sldId="569"/>
        </pc:sldMkLst>
        <pc:spChg chg="mod">
          <ac:chgData name="BASSETT, MICHAEL" userId="2159b8a8-8515-4540-8d0e-5ee47e0cb56e" providerId="ADAL" clId="{E697F30D-27C7-4453-B085-9F3710FCAB84}" dt="2022-08-25T14:53:39.484" v="55" actId="1076"/>
          <ac:spMkLst>
            <pc:docMk/>
            <pc:sldMk cId="1414039679" sldId="569"/>
            <ac:spMk id="12" creationId="{00000000-0000-0000-0000-000000000000}"/>
          </ac:spMkLst>
        </pc:spChg>
        <pc:spChg chg="mod">
          <ac:chgData name="BASSETT, MICHAEL" userId="2159b8a8-8515-4540-8d0e-5ee47e0cb56e" providerId="ADAL" clId="{E697F30D-27C7-4453-B085-9F3710FCAB84}" dt="2022-08-25T14:17:10.935" v="12" actId="20577"/>
          <ac:spMkLst>
            <pc:docMk/>
            <pc:sldMk cId="1414039679" sldId="569"/>
            <ac:spMk id="13" creationId="{00000000-0000-0000-0000-000000000000}"/>
          </ac:spMkLst>
        </pc:spChg>
        <pc:spChg chg="mod">
          <ac:chgData name="BASSETT, MICHAEL" userId="2159b8a8-8515-4540-8d0e-5ee47e0cb56e" providerId="ADAL" clId="{E697F30D-27C7-4453-B085-9F3710FCAB84}" dt="2022-08-25T14:52:46.618" v="50" actId="1076"/>
          <ac:spMkLst>
            <pc:docMk/>
            <pc:sldMk cId="1414039679" sldId="569"/>
            <ac:spMk id="23" creationId="{00000000-0000-0000-0000-000000000000}"/>
          </ac:spMkLst>
        </pc:spChg>
        <pc:spChg chg="mod">
          <ac:chgData name="BASSETT, MICHAEL" userId="2159b8a8-8515-4540-8d0e-5ee47e0cb56e" providerId="ADAL" clId="{E697F30D-27C7-4453-B085-9F3710FCAB84}" dt="2022-08-25T14:53:21.948" v="54" actId="1076"/>
          <ac:spMkLst>
            <pc:docMk/>
            <pc:sldMk cId="1414039679" sldId="569"/>
            <ac:spMk id="24" creationId="{00000000-0000-0000-0000-000000000000}"/>
          </ac:spMkLst>
        </pc:spChg>
        <pc:spChg chg="mod">
          <ac:chgData name="BASSETT, MICHAEL" userId="2159b8a8-8515-4540-8d0e-5ee47e0cb56e" providerId="ADAL" clId="{E697F30D-27C7-4453-B085-9F3710FCAB84}" dt="2022-08-25T14:53:09.743" v="52" actId="1076"/>
          <ac:spMkLst>
            <pc:docMk/>
            <pc:sldMk cId="1414039679" sldId="569"/>
            <ac:spMk id="25" creationId="{00000000-0000-0000-0000-000000000000}"/>
          </ac:spMkLst>
        </pc:spChg>
        <pc:spChg chg="mod">
          <ac:chgData name="BASSETT, MICHAEL" userId="2159b8a8-8515-4540-8d0e-5ee47e0cb56e" providerId="ADAL" clId="{E697F30D-27C7-4453-B085-9F3710FCAB84}" dt="2022-08-25T14:53:16.589" v="53" actId="1076"/>
          <ac:spMkLst>
            <pc:docMk/>
            <pc:sldMk cId="1414039679" sldId="569"/>
            <ac:spMk id="26" creationId="{00000000-0000-0000-0000-000000000000}"/>
          </ac:spMkLst>
        </pc:spChg>
        <pc:spChg chg="mod">
          <ac:chgData name="BASSETT, MICHAEL" userId="2159b8a8-8515-4540-8d0e-5ee47e0cb56e" providerId="ADAL" clId="{E697F30D-27C7-4453-B085-9F3710FCAB84}" dt="2022-08-25T14:52:55.633" v="51" actId="1076"/>
          <ac:spMkLst>
            <pc:docMk/>
            <pc:sldMk cId="1414039679" sldId="569"/>
            <ac:spMk id="42" creationId="{00000000-0000-0000-0000-000000000000}"/>
          </ac:spMkLst>
        </pc:spChg>
        <pc:spChg chg="add mod">
          <ac:chgData name="BASSETT, MICHAEL" userId="2159b8a8-8515-4540-8d0e-5ee47e0cb56e" providerId="ADAL" clId="{E697F30D-27C7-4453-B085-9F3710FCAB84}" dt="2022-08-25T14:22:40.292" v="47" actId="1076"/>
          <ac:spMkLst>
            <pc:docMk/>
            <pc:sldMk cId="1414039679" sldId="569"/>
            <ac:spMk id="43" creationId="{4CF80A17-FFC4-4169-8D05-B1105A7E20F6}"/>
          </ac:spMkLst>
        </pc:spChg>
      </pc:sldChg>
      <pc:sldMasterChg chg="modSp modSldLayout">
        <pc:chgData name="BASSETT, MICHAEL" userId="2159b8a8-8515-4540-8d0e-5ee47e0cb56e" providerId="ADAL" clId="{E697F30D-27C7-4453-B085-9F3710FCAB84}" dt="2022-08-25T14:55:58.672" v="56"/>
        <pc:sldMasterMkLst>
          <pc:docMk/>
          <pc:sldMasterMk cId="112899065" sldId="2147483648"/>
        </pc:sldMasterMkLst>
        <pc:spChg chg="mod">
          <ac:chgData name="BASSETT, MICHAEL" userId="2159b8a8-8515-4540-8d0e-5ee47e0cb56e" providerId="ADAL" clId="{E697F30D-27C7-4453-B085-9F3710FCAB84}" dt="2022-08-25T14:55:58.672" v="56"/>
          <ac:spMkLst>
            <pc:docMk/>
            <pc:sldMasterMk cId="112899065" sldId="2147483648"/>
            <ac:spMk id="62" creationId="{00000000-0000-0000-0000-000000000000}"/>
          </ac:spMkLst>
        </pc:spChg>
        <pc:sldLayoutChg chg="modSp">
          <pc:chgData name="BASSETT, MICHAEL" userId="2159b8a8-8515-4540-8d0e-5ee47e0cb56e" providerId="ADAL" clId="{E697F30D-27C7-4453-B085-9F3710FCAB84}" dt="2022-08-25T14:55:58.672" v="56"/>
          <pc:sldLayoutMkLst>
            <pc:docMk/>
            <pc:sldMasterMk cId="112899065" sldId="2147483648"/>
            <pc:sldLayoutMk cId="1240162553" sldId="2147483655"/>
          </pc:sldLayoutMkLst>
          <pc:spChg chg="mod">
            <ac:chgData name="BASSETT, MICHAEL" userId="2159b8a8-8515-4540-8d0e-5ee47e0cb56e" providerId="ADAL" clId="{E697F30D-27C7-4453-B085-9F3710FCAB84}" dt="2022-08-25T14:55:58.672" v="56"/>
            <ac:spMkLst>
              <pc:docMk/>
              <pc:sldMasterMk cId="112899065" sldId="2147483648"/>
              <pc:sldLayoutMk cId="1240162553" sldId="2147483655"/>
              <ac:spMk id="16" creationId="{00000000-0000-0000-0000-000000000000}"/>
            </ac:spMkLst>
          </pc:spChg>
        </pc:sldLayoutChg>
        <pc:sldLayoutChg chg="modSp">
          <pc:chgData name="BASSETT, MICHAEL" userId="2159b8a8-8515-4540-8d0e-5ee47e0cb56e" providerId="ADAL" clId="{E697F30D-27C7-4453-B085-9F3710FCAB84}" dt="2022-08-25T14:55:58.672" v="56"/>
          <pc:sldLayoutMkLst>
            <pc:docMk/>
            <pc:sldMasterMk cId="112899065" sldId="2147483648"/>
            <pc:sldLayoutMk cId="1015786100" sldId="2147483662"/>
          </pc:sldLayoutMkLst>
          <pc:spChg chg="mod">
            <ac:chgData name="BASSETT, MICHAEL" userId="2159b8a8-8515-4540-8d0e-5ee47e0cb56e" providerId="ADAL" clId="{E697F30D-27C7-4453-B085-9F3710FCAB84}" dt="2022-08-25T14:55:58.672" v="56"/>
            <ac:spMkLst>
              <pc:docMk/>
              <pc:sldMasterMk cId="112899065" sldId="2147483648"/>
              <pc:sldLayoutMk cId="1015786100" sldId="2147483662"/>
              <ac:spMk id="12" creationId="{00000000-0000-0000-0000-000000000000}"/>
            </ac:spMkLst>
          </pc:spChg>
        </pc:sldLayoutChg>
        <pc:sldLayoutChg chg="modSp">
          <pc:chgData name="BASSETT, MICHAEL" userId="2159b8a8-8515-4540-8d0e-5ee47e0cb56e" providerId="ADAL" clId="{E697F30D-27C7-4453-B085-9F3710FCAB84}" dt="2022-08-25T14:55:58.672" v="56"/>
          <pc:sldLayoutMkLst>
            <pc:docMk/>
            <pc:sldMasterMk cId="112899065" sldId="2147483648"/>
            <pc:sldLayoutMk cId="1992805125" sldId="2147483692"/>
          </pc:sldLayoutMkLst>
          <pc:spChg chg="mod">
            <ac:chgData name="BASSETT, MICHAEL" userId="2159b8a8-8515-4540-8d0e-5ee47e0cb56e" providerId="ADAL" clId="{E697F30D-27C7-4453-B085-9F3710FCAB84}" dt="2022-08-25T14:55:58.672" v="56"/>
            <ac:spMkLst>
              <pc:docMk/>
              <pc:sldMasterMk cId="112899065" sldId="2147483648"/>
              <pc:sldLayoutMk cId="1992805125" sldId="2147483692"/>
              <ac:spMk id="15" creationId="{00000000-0000-0000-0000-000000000000}"/>
            </ac:spMkLst>
          </pc:spChg>
        </pc:sldLayoutChg>
        <pc:sldLayoutChg chg="modSp">
          <pc:chgData name="BASSETT, MICHAEL" userId="2159b8a8-8515-4540-8d0e-5ee47e0cb56e" providerId="ADAL" clId="{E697F30D-27C7-4453-B085-9F3710FCAB84}" dt="2022-08-25T14:55:58.672" v="56"/>
          <pc:sldLayoutMkLst>
            <pc:docMk/>
            <pc:sldMasterMk cId="112899065" sldId="2147483648"/>
            <pc:sldLayoutMk cId="128903092" sldId="2147483806"/>
          </pc:sldLayoutMkLst>
          <pc:spChg chg="mod">
            <ac:chgData name="BASSETT, MICHAEL" userId="2159b8a8-8515-4540-8d0e-5ee47e0cb56e" providerId="ADAL" clId="{E697F30D-27C7-4453-B085-9F3710FCAB84}" dt="2022-08-25T14:55:58.672" v="56"/>
            <ac:spMkLst>
              <pc:docMk/>
              <pc:sldMasterMk cId="112899065" sldId="2147483648"/>
              <pc:sldLayoutMk cId="128903092" sldId="2147483806"/>
              <ac:spMk id="17" creationId="{00000000-0000-0000-0000-000000000000}"/>
            </ac:spMkLst>
          </pc:spChg>
          <pc:spChg chg="mod">
            <ac:chgData name="BASSETT, MICHAEL" userId="2159b8a8-8515-4540-8d0e-5ee47e0cb56e" providerId="ADAL" clId="{E697F30D-27C7-4453-B085-9F3710FCAB84}" dt="2022-08-25T14:55:58.672" v="56"/>
            <ac:spMkLst>
              <pc:docMk/>
              <pc:sldMasterMk cId="112899065" sldId="2147483648"/>
              <pc:sldLayoutMk cId="128903092" sldId="2147483806"/>
              <ac:spMk id="50" creationId="{0C203C4F-2B7A-44AE-9CC5-974D0684C5F6}"/>
            </ac:spMkLst>
          </pc:spChg>
        </pc:sldLayoutChg>
        <pc:sldLayoutChg chg="modSp">
          <pc:chgData name="BASSETT, MICHAEL" userId="2159b8a8-8515-4540-8d0e-5ee47e0cb56e" providerId="ADAL" clId="{E697F30D-27C7-4453-B085-9F3710FCAB84}" dt="2022-08-25T14:55:58.672" v="56"/>
          <pc:sldLayoutMkLst>
            <pc:docMk/>
            <pc:sldMasterMk cId="112899065" sldId="2147483648"/>
            <pc:sldLayoutMk cId="2662076259" sldId="2147483824"/>
          </pc:sldLayoutMkLst>
          <pc:spChg chg="mod">
            <ac:chgData name="BASSETT, MICHAEL" userId="2159b8a8-8515-4540-8d0e-5ee47e0cb56e" providerId="ADAL" clId="{E697F30D-27C7-4453-B085-9F3710FCAB84}" dt="2022-08-25T14:55:58.672" v="56"/>
            <ac:spMkLst>
              <pc:docMk/>
              <pc:sldMasterMk cId="112899065" sldId="2147483648"/>
              <pc:sldLayoutMk cId="2662076259" sldId="2147483824"/>
              <ac:spMk id="51" creationId="{4A9D77DB-7015-4991-83C8-36A24B782AF8}"/>
            </ac:spMkLst>
          </pc:spChg>
          <pc:spChg chg="mod">
            <ac:chgData name="BASSETT, MICHAEL" userId="2159b8a8-8515-4540-8d0e-5ee47e0cb56e" providerId="ADAL" clId="{E697F30D-27C7-4453-B085-9F3710FCAB84}" dt="2022-08-25T14:55:58.672" v="56"/>
            <ac:spMkLst>
              <pc:docMk/>
              <pc:sldMasterMk cId="112899065" sldId="2147483648"/>
              <pc:sldLayoutMk cId="2662076259" sldId="2147483824"/>
              <ac:spMk id="56" creationId="{3C5384D2-BCF3-4CDD-90BA-C6DDDAC0C3E0}"/>
            </ac:spMkLst>
          </pc:spChg>
        </pc:sldLayoutChg>
        <pc:sldLayoutChg chg="modSp">
          <pc:chgData name="BASSETT, MICHAEL" userId="2159b8a8-8515-4540-8d0e-5ee47e0cb56e" providerId="ADAL" clId="{E697F30D-27C7-4453-B085-9F3710FCAB84}" dt="2022-08-25T14:55:58.672" v="56"/>
          <pc:sldLayoutMkLst>
            <pc:docMk/>
            <pc:sldMasterMk cId="112899065" sldId="2147483648"/>
            <pc:sldLayoutMk cId="1564582201" sldId="2147483829"/>
          </pc:sldLayoutMkLst>
          <pc:spChg chg="mod">
            <ac:chgData name="BASSETT, MICHAEL" userId="2159b8a8-8515-4540-8d0e-5ee47e0cb56e" providerId="ADAL" clId="{E697F30D-27C7-4453-B085-9F3710FCAB84}" dt="2022-08-25T14:55:58.672" v="56"/>
            <ac:spMkLst>
              <pc:docMk/>
              <pc:sldMasterMk cId="112899065" sldId="2147483648"/>
              <pc:sldLayoutMk cId="1564582201" sldId="2147483829"/>
              <ac:spMk id="17" creationId="{00000000-0000-0000-0000-000000000000}"/>
            </ac:spMkLst>
          </pc:spChg>
          <pc:spChg chg="mod">
            <ac:chgData name="BASSETT, MICHAEL" userId="2159b8a8-8515-4540-8d0e-5ee47e0cb56e" providerId="ADAL" clId="{E697F30D-27C7-4453-B085-9F3710FCAB84}" dt="2022-08-25T14:55:58.672" v="56"/>
            <ac:spMkLst>
              <pc:docMk/>
              <pc:sldMasterMk cId="112899065" sldId="2147483648"/>
              <pc:sldLayoutMk cId="1564582201" sldId="2147483829"/>
              <ac:spMk id="50" creationId="{0C203C4F-2B7A-44AE-9CC5-974D0684C5F6}"/>
            </ac:spMkLst>
          </pc:spChg>
        </pc:sldLayoutChg>
      </pc:sldMasterChg>
    </pc:docChg>
  </pc:docChgLst>
  <pc:docChgLst>
    <pc:chgData name="BASSETT, MICHAEL" userId="2159b8a8-8515-4540-8d0e-5ee47e0cb56e" providerId="ADAL" clId="{94462472-B8B9-41D9-95FB-FBAC3827E454}"/>
    <pc:docChg chg="delSld modSld">
      <pc:chgData name="BASSETT, MICHAEL" userId="2159b8a8-8515-4540-8d0e-5ee47e0cb56e" providerId="ADAL" clId="{94462472-B8B9-41D9-95FB-FBAC3827E454}" dt="2021-06-12T00:09:55.191" v="6" actId="207"/>
      <pc:docMkLst>
        <pc:docMk/>
      </pc:docMkLst>
      <pc:sldChg chg="del">
        <pc:chgData name="BASSETT, MICHAEL" userId="2159b8a8-8515-4540-8d0e-5ee47e0cb56e" providerId="ADAL" clId="{94462472-B8B9-41D9-95FB-FBAC3827E454}" dt="2021-06-11T23:20:25.881" v="1" actId="47"/>
        <pc:sldMkLst>
          <pc:docMk/>
          <pc:sldMk cId="3762760768" sldId="256"/>
        </pc:sldMkLst>
      </pc:sldChg>
      <pc:sldChg chg="del">
        <pc:chgData name="BASSETT, MICHAEL" userId="2159b8a8-8515-4540-8d0e-5ee47e0cb56e" providerId="ADAL" clId="{94462472-B8B9-41D9-95FB-FBAC3827E454}" dt="2021-06-11T23:20:25.881" v="1" actId="47"/>
        <pc:sldMkLst>
          <pc:docMk/>
          <pc:sldMk cId="1739704306" sldId="325"/>
        </pc:sldMkLst>
      </pc:sldChg>
      <pc:sldChg chg="del">
        <pc:chgData name="BASSETT, MICHAEL" userId="2159b8a8-8515-4540-8d0e-5ee47e0cb56e" providerId="ADAL" clId="{94462472-B8B9-41D9-95FB-FBAC3827E454}" dt="2021-06-11T23:20:25.881" v="1" actId="47"/>
        <pc:sldMkLst>
          <pc:docMk/>
          <pc:sldMk cId="2038344909" sldId="328"/>
        </pc:sldMkLst>
      </pc:sldChg>
      <pc:sldChg chg="del">
        <pc:chgData name="BASSETT, MICHAEL" userId="2159b8a8-8515-4540-8d0e-5ee47e0cb56e" providerId="ADAL" clId="{94462472-B8B9-41D9-95FB-FBAC3827E454}" dt="2021-06-11T23:20:25.881" v="1" actId="47"/>
        <pc:sldMkLst>
          <pc:docMk/>
          <pc:sldMk cId="2456607585" sldId="329"/>
        </pc:sldMkLst>
      </pc:sldChg>
      <pc:sldChg chg="del">
        <pc:chgData name="BASSETT, MICHAEL" userId="2159b8a8-8515-4540-8d0e-5ee47e0cb56e" providerId="ADAL" clId="{94462472-B8B9-41D9-95FB-FBAC3827E454}" dt="2021-06-11T23:20:25.881" v="1" actId="47"/>
        <pc:sldMkLst>
          <pc:docMk/>
          <pc:sldMk cId="2605058406" sldId="330"/>
        </pc:sldMkLst>
      </pc:sldChg>
      <pc:sldChg chg="del">
        <pc:chgData name="BASSETT, MICHAEL" userId="2159b8a8-8515-4540-8d0e-5ee47e0cb56e" providerId="ADAL" clId="{94462472-B8B9-41D9-95FB-FBAC3827E454}" dt="2021-06-11T23:20:25.881" v="1" actId="47"/>
        <pc:sldMkLst>
          <pc:docMk/>
          <pc:sldMk cId="4272123213" sldId="332"/>
        </pc:sldMkLst>
      </pc:sldChg>
      <pc:sldChg chg="del">
        <pc:chgData name="BASSETT, MICHAEL" userId="2159b8a8-8515-4540-8d0e-5ee47e0cb56e" providerId="ADAL" clId="{94462472-B8B9-41D9-95FB-FBAC3827E454}" dt="2021-06-11T23:20:25.881" v="1" actId="47"/>
        <pc:sldMkLst>
          <pc:docMk/>
          <pc:sldMk cId="514816546" sldId="333"/>
        </pc:sldMkLst>
      </pc:sldChg>
      <pc:sldChg chg="del">
        <pc:chgData name="BASSETT, MICHAEL" userId="2159b8a8-8515-4540-8d0e-5ee47e0cb56e" providerId="ADAL" clId="{94462472-B8B9-41D9-95FB-FBAC3827E454}" dt="2021-06-11T23:20:25.881" v="1" actId="47"/>
        <pc:sldMkLst>
          <pc:docMk/>
          <pc:sldMk cId="3112274284" sldId="334"/>
        </pc:sldMkLst>
      </pc:sldChg>
      <pc:sldChg chg="del">
        <pc:chgData name="BASSETT, MICHAEL" userId="2159b8a8-8515-4540-8d0e-5ee47e0cb56e" providerId="ADAL" clId="{94462472-B8B9-41D9-95FB-FBAC3827E454}" dt="2021-06-11T23:20:25.881" v="1" actId="47"/>
        <pc:sldMkLst>
          <pc:docMk/>
          <pc:sldMk cId="2637916513" sldId="335"/>
        </pc:sldMkLst>
      </pc:sldChg>
      <pc:sldChg chg="del">
        <pc:chgData name="BASSETT, MICHAEL" userId="2159b8a8-8515-4540-8d0e-5ee47e0cb56e" providerId="ADAL" clId="{94462472-B8B9-41D9-95FB-FBAC3827E454}" dt="2021-06-11T23:20:25.881" v="1" actId="47"/>
        <pc:sldMkLst>
          <pc:docMk/>
          <pc:sldMk cId="2746926108" sldId="336"/>
        </pc:sldMkLst>
      </pc:sldChg>
      <pc:sldChg chg="del">
        <pc:chgData name="BASSETT, MICHAEL" userId="2159b8a8-8515-4540-8d0e-5ee47e0cb56e" providerId="ADAL" clId="{94462472-B8B9-41D9-95FB-FBAC3827E454}" dt="2021-06-11T23:20:25.881" v="1" actId="47"/>
        <pc:sldMkLst>
          <pc:docMk/>
          <pc:sldMk cId="4287199766" sldId="337"/>
        </pc:sldMkLst>
      </pc:sldChg>
      <pc:sldChg chg="del">
        <pc:chgData name="BASSETT, MICHAEL" userId="2159b8a8-8515-4540-8d0e-5ee47e0cb56e" providerId="ADAL" clId="{94462472-B8B9-41D9-95FB-FBAC3827E454}" dt="2021-06-11T23:20:25.881" v="1" actId="47"/>
        <pc:sldMkLst>
          <pc:docMk/>
          <pc:sldMk cId="1829871507" sldId="513"/>
        </pc:sldMkLst>
      </pc:sldChg>
      <pc:sldChg chg="del">
        <pc:chgData name="BASSETT, MICHAEL" userId="2159b8a8-8515-4540-8d0e-5ee47e0cb56e" providerId="ADAL" clId="{94462472-B8B9-41D9-95FB-FBAC3827E454}" dt="2021-06-11T23:20:25.881" v="1" actId="47"/>
        <pc:sldMkLst>
          <pc:docMk/>
          <pc:sldMk cId="3104296141" sldId="556"/>
        </pc:sldMkLst>
      </pc:sldChg>
      <pc:sldChg chg="modSp mod">
        <pc:chgData name="BASSETT, MICHAEL" userId="2159b8a8-8515-4540-8d0e-5ee47e0cb56e" providerId="ADAL" clId="{94462472-B8B9-41D9-95FB-FBAC3827E454}" dt="2021-06-12T00:09:55.191" v="6" actId="207"/>
        <pc:sldMkLst>
          <pc:docMk/>
          <pc:sldMk cId="1414039679" sldId="569"/>
        </pc:sldMkLst>
        <pc:spChg chg="mod">
          <ac:chgData name="BASSETT, MICHAEL" userId="2159b8a8-8515-4540-8d0e-5ee47e0cb56e" providerId="ADAL" clId="{94462472-B8B9-41D9-95FB-FBAC3827E454}" dt="2021-06-12T00:09:10.026" v="5" actId="122"/>
          <ac:spMkLst>
            <pc:docMk/>
            <pc:sldMk cId="1414039679" sldId="569"/>
            <ac:spMk id="3" creationId="{00000000-0000-0000-0000-000000000000}"/>
          </ac:spMkLst>
        </pc:spChg>
        <pc:spChg chg="mod">
          <ac:chgData name="BASSETT, MICHAEL" userId="2159b8a8-8515-4540-8d0e-5ee47e0cb56e" providerId="ADAL" clId="{94462472-B8B9-41D9-95FB-FBAC3827E454}" dt="2021-06-12T00:09:55.191" v="6" actId="207"/>
          <ac:spMkLst>
            <pc:docMk/>
            <pc:sldMk cId="1414039679" sldId="569"/>
            <ac:spMk id="14" creationId="{00000000-0000-0000-0000-000000000000}"/>
          </ac:spMkLst>
        </pc:spChg>
      </pc:sldChg>
      <pc:sldChg chg="del">
        <pc:chgData name="BASSETT, MICHAEL" userId="2159b8a8-8515-4540-8d0e-5ee47e0cb56e" providerId="ADAL" clId="{94462472-B8B9-41D9-95FB-FBAC3827E454}" dt="2021-06-11T23:20:19.764" v="0" actId="47"/>
        <pc:sldMkLst>
          <pc:docMk/>
          <pc:sldMk cId="1336368541" sldId="2134804451"/>
        </pc:sldMkLst>
      </pc:sldChg>
      <pc:sldMasterChg chg="delSldLayout">
        <pc:chgData name="BASSETT, MICHAEL" userId="2159b8a8-8515-4540-8d0e-5ee47e0cb56e" providerId="ADAL" clId="{94462472-B8B9-41D9-95FB-FBAC3827E454}" dt="2021-06-11T23:20:25.881" v="1" actId="47"/>
        <pc:sldMasterMkLst>
          <pc:docMk/>
          <pc:sldMasterMk cId="112899065" sldId="2147483648"/>
        </pc:sldMasterMkLst>
        <pc:sldLayoutChg chg="del">
          <pc:chgData name="BASSETT, MICHAEL" userId="2159b8a8-8515-4540-8d0e-5ee47e0cb56e" providerId="ADAL" clId="{94462472-B8B9-41D9-95FB-FBAC3827E454}" dt="2021-06-11T23:20:19.764" v="0" actId="47"/>
          <pc:sldLayoutMkLst>
            <pc:docMk/>
            <pc:sldMasterMk cId="112899065" sldId="2147483648"/>
            <pc:sldLayoutMk cId="2875866707" sldId="2147483830"/>
          </pc:sldLayoutMkLst>
        </pc:sldLayoutChg>
        <pc:sldLayoutChg chg="del">
          <pc:chgData name="BASSETT, MICHAEL" userId="2159b8a8-8515-4540-8d0e-5ee47e0cb56e" providerId="ADAL" clId="{94462472-B8B9-41D9-95FB-FBAC3827E454}" dt="2021-06-11T23:20:25.881" v="1" actId="47"/>
          <pc:sldLayoutMkLst>
            <pc:docMk/>
            <pc:sldMasterMk cId="112899065" sldId="2147483648"/>
            <pc:sldLayoutMk cId="1925817606" sldId="2147483832"/>
          </pc:sldLayoutMkLst>
        </pc:sldLayoutChg>
        <pc:sldLayoutChg chg="del">
          <pc:chgData name="BASSETT, MICHAEL" userId="2159b8a8-8515-4540-8d0e-5ee47e0cb56e" providerId="ADAL" clId="{94462472-B8B9-41D9-95FB-FBAC3827E454}" dt="2021-06-11T23:20:25.881" v="1" actId="47"/>
          <pc:sldLayoutMkLst>
            <pc:docMk/>
            <pc:sldMasterMk cId="112899065" sldId="2147483648"/>
            <pc:sldLayoutMk cId="2518965468" sldId="2147483833"/>
          </pc:sldLayoutMkLst>
        </pc:sldLayoutChg>
        <pc:sldLayoutChg chg="del">
          <pc:chgData name="BASSETT, MICHAEL" userId="2159b8a8-8515-4540-8d0e-5ee47e0cb56e" providerId="ADAL" clId="{94462472-B8B9-41D9-95FB-FBAC3827E454}" dt="2021-06-11T23:20:25.881" v="1" actId="47"/>
          <pc:sldLayoutMkLst>
            <pc:docMk/>
            <pc:sldMasterMk cId="112899065" sldId="2147483648"/>
            <pc:sldLayoutMk cId="323995148" sldId="2147483834"/>
          </pc:sldLayoutMkLst>
        </pc:sldLayoutChg>
        <pc:sldLayoutChg chg="del">
          <pc:chgData name="BASSETT, MICHAEL" userId="2159b8a8-8515-4540-8d0e-5ee47e0cb56e" providerId="ADAL" clId="{94462472-B8B9-41D9-95FB-FBAC3827E454}" dt="2021-06-11T23:20:25.881" v="1" actId="47"/>
          <pc:sldLayoutMkLst>
            <pc:docMk/>
            <pc:sldMasterMk cId="112899065" sldId="2147483648"/>
            <pc:sldLayoutMk cId="406045453" sldId="2147483835"/>
          </pc:sldLayoutMkLst>
        </pc:sldLayoutChg>
      </pc:sldMasterChg>
    </pc:docChg>
  </pc:docChgLst>
  <pc:docChgLst>
    <pc:chgData name="Bassett, Michael" userId="8e18abec-298a-430f-9cde-6265f12e2423" providerId="ADAL" clId="{DF744FBE-B421-442B-8357-A14C0D00F49E}"/>
    <pc:docChg chg="undo custSel modSld modMainMaster">
      <pc:chgData name="Bassett, Michael" userId="8e18abec-298a-430f-9cde-6265f12e2423" providerId="ADAL" clId="{DF744FBE-B421-442B-8357-A14C0D00F49E}" dt="2023-12-22T18:47:21.731" v="47" actId="1076"/>
      <pc:docMkLst>
        <pc:docMk/>
      </pc:docMkLst>
      <pc:sldChg chg="modSp mod">
        <pc:chgData name="Bassett, Michael" userId="8e18abec-298a-430f-9cde-6265f12e2423" providerId="ADAL" clId="{DF744FBE-B421-442B-8357-A14C0D00F49E}" dt="2023-12-22T18:47:21.731" v="47" actId="1076"/>
        <pc:sldMkLst>
          <pc:docMk/>
          <pc:sldMk cId="1414039679" sldId="569"/>
        </pc:sldMkLst>
        <pc:spChg chg="mod">
          <ac:chgData name="Bassett, Michael" userId="8e18abec-298a-430f-9cde-6265f12e2423" providerId="ADAL" clId="{DF744FBE-B421-442B-8357-A14C0D00F49E}" dt="2023-12-22T18:28:01.364" v="7" actId="1076"/>
          <ac:spMkLst>
            <pc:docMk/>
            <pc:sldMk cId="1414039679" sldId="569"/>
            <ac:spMk id="12" creationId="{00000000-0000-0000-0000-000000000000}"/>
          </ac:spMkLst>
        </pc:spChg>
        <pc:spChg chg="mod">
          <ac:chgData name="Bassett, Michael" userId="8e18abec-298a-430f-9cde-6265f12e2423" providerId="ADAL" clId="{DF744FBE-B421-442B-8357-A14C0D00F49E}" dt="2023-12-22T18:38:47.171" v="45" actId="1076"/>
          <ac:spMkLst>
            <pc:docMk/>
            <pc:sldMk cId="1414039679" sldId="569"/>
            <ac:spMk id="13" creationId="{00000000-0000-0000-0000-000000000000}"/>
          </ac:spMkLst>
        </pc:spChg>
        <pc:spChg chg="mod">
          <ac:chgData name="Bassett, Michael" userId="8e18abec-298a-430f-9cde-6265f12e2423" providerId="ADAL" clId="{DF744FBE-B421-442B-8357-A14C0D00F49E}" dt="2023-12-22T18:39:01.174" v="46" actId="1076"/>
          <ac:spMkLst>
            <pc:docMk/>
            <pc:sldMk cId="1414039679" sldId="569"/>
            <ac:spMk id="14" creationId="{00000000-0000-0000-0000-000000000000}"/>
          </ac:spMkLst>
        </pc:spChg>
        <pc:spChg chg="mod">
          <ac:chgData name="Bassett, Michael" userId="8e18abec-298a-430f-9cde-6265f12e2423" providerId="ADAL" clId="{DF744FBE-B421-442B-8357-A14C0D00F49E}" dt="2023-12-22T18:28:09.084" v="8" actId="1076"/>
          <ac:spMkLst>
            <pc:docMk/>
            <pc:sldMk cId="1414039679" sldId="569"/>
            <ac:spMk id="15" creationId="{00000000-0000-0000-0000-000000000000}"/>
          </ac:spMkLst>
        </pc:spChg>
        <pc:spChg chg="mod">
          <ac:chgData name="Bassett, Michael" userId="8e18abec-298a-430f-9cde-6265f12e2423" providerId="ADAL" clId="{DF744FBE-B421-442B-8357-A14C0D00F49E}" dt="2023-12-22T18:33:54.680" v="23" actId="1076"/>
          <ac:spMkLst>
            <pc:docMk/>
            <pc:sldMk cId="1414039679" sldId="569"/>
            <ac:spMk id="16" creationId="{00000000-0000-0000-0000-000000000000}"/>
          </ac:spMkLst>
        </pc:spChg>
        <pc:spChg chg="mod">
          <ac:chgData name="Bassett, Michael" userId="8e18abec-298a-430f-9cde-6265f12e2423" providerId="ADAL" clId="{DF744FBE-B421-442B-8357-A14C0D00F49E}" dt="2023-12-22T18:35:39.668" v="33" actId="1076"/>
          <ac:spMkLst>
            <pc:docMk/>
            <pc:sldMk cId="1414039679" sldId="569"/>
            <ac:spMk id="17" creationId="{00000000-0000-0000-0000-000000000000}"/>
          </ac:spMkLst>
        </pc:spChg>
        <pc:spChg chg="mod">
          <ac:chgData name="Bassett, Michael" userId="8e18abec-298a-430f-9cde-6265f12e2423" providerId="ADAL" clId="{DF744FBE-B421-442B-8357-A14C0D00F49E}" dt="2023-12-22T18:37:51.308" v="44" actId="1076"/>
          <ac:spMkLst>
            <pc:docMk/>
            <pc:sldMk cId="1414039679" sldId="569"/>
            <ac:spMk id="18" creationId="{00000000-0000-0000-0000-000000000000}"/>
          </ac:spMkLst>
        </pc:spChg>
        <pc:spChg chg="mod">
          <ac:chgData name="Bassett, Michael" userId="8e18abec-298a-430f-9cde-6265f12e2423" providerId="ADAL" clId="{DF744FBE-B421-442B-8357-A14C0D00F49E}" dt="2023-12-22T18:37:28.826" v="42" actId="1076"/>
          <ac:spMkLst>
            <pc:docMk/>
            <pc:sldMk cId="1414039679" sldId="569"/>
            <ac:spMk id="19" creationId="{00000000-0000-0000-0000-000000000000}"/>
          </ac:spMkLst>
        </pc:spChg>
        <pc:spChg chg="mod">
          <ac:chgData name="Bassett, Michael" userId="8e18abec-298a-430f-9cde-6265f12e2423" providerId="ADAL" clId="{DF744FBE-B421-442B-8357-A14C0D00F49E}" dt="2023-12-22T18:36:10.991" v="37" actId="1076"/>
          <ac:spMkLst>
            <pc:docMk/>
            <pc:sldMk cId="1414039679" sldId="569"/>
            <ac:spMk id="21" creationId="{00000000-0000-0000-0000-000000000000}"/>
          </ac:spMkLst>
        </pc:spChg>
        <pc:spChg chg="mod">
          <ac:chgData name="Bassett, Michael" userId="8e18abec-298a-430f-9cde-6265f12e2423" providerId="ADAL" clId="{DF744FBE-B421-442B-8357-A14C0D00F49E}" dt="2023-12-22T18:28:36.657" v="11" actId="1076"/>
          <ac:spMkLst>
            <pc:docMk/>
            <pc:sldMk cId="1414039679" sldId="569"/>
            <ac:spMk id="22" creationId="{00000000-0000-0000-0000-000000000000}"/>
          </ac:spMkLst>
        </pc:spChg>
        <pc:spChg chg="mod">
          <ac:chgData name="Bassett, Michael" userId="8e18abec-298a-430f-9cde-6265f12e2423" providerId="ADAL" clId="{DF744FBE-B421-442B-8357-A14C0D00F49E}" dt="2023-12-22T18:28:19.381" v="9" actId="1076"/>
          <ac:spMkLst>
            <pc:docMk/>
            <pc:sldMk cId="1414039679" sldId="569"/>
            <ac:spMk id="23" creationId="{00000000-0000-0000-0000-000000000000}"/>
          </ac:spMkLst>
        </pc:spChg>
        <pc:spChg chg="mod">
          <ac:chgData name="Bassett, Michael" userId="8e18abec-298a-430f-9cde-6265f12e2423" providerId="ADAL" clId="{DF744FBE-B421-442B-8357-A14C0D00F49E}" dt="2023-12-22T18:27:54.876" v="6" actId="1076"/>
          <ac:spMkLst>
            <pc:docMk/>
            <pc:sldMk cId="1414039679" sldId="569"/>
            <ac:spMk id="24" creationId="{00000000-0000-0000-0000-000000000000}"/>
          </ac:spMkLst>
        </pc:spChg>
        <pc:spChg chg="mod">
          <ac:chgData name="Bassett, Michael" userId="8e18abec-298a-430f-9cde-6265f12e2423" providerId="ADAL" clId="{DF744FBE-B421-442B-8357-A14C0D00F49E}" dt="2023-12-22T18:27:47.171" v="4" actId="1076"/>
          <ac:spMkLst>
            <pc:docMk/>
            <pc:sldMk cId="1414039679" sldId="569"/>
            <ac:spMk id="25" creationId="{00000000-0000-0000-0000-000000000000}"/>
          </ac:spMkLst>
        </pc:spChg>
        <pc:spChg chg="mod">
          <ac:chgData name="Bassett, Michael" userId="8e18abec-298a-430f-9cde-6265f12e2423" providerId="ADAL" clId="{DF744FBE-B421-442B-8357-A14C0D00F49E}" dt="2023-12-22T18:27:50.547" v="5" actId="1076"/>
          <ac:spMkLst>
            <pc:docMk/>
            <pc:sldMk cId="1414039679" sldId="569"/>
            <ac:spMk id="26" creationId="{00000000-0000-0000-0000-000000000000}"/>
          </ac:spMkLst>
        </pc:spChg>
        <pc:spChg chg="mod">
          <ac:chgData name="Bassett, Michael" userId="8e18abec-298a-430f-9cde-6265f12e2423" providerId="ADAL" clId="{DF744FBE-B421-442B-8357-A14C0D00F49E}" dt="2023-12-22T18:35:15.306" v="29" actId="1076"/>
          <ac:spMkLst>
            <pc:docMk/>
            <pc:sldMk cId="1414039679" sldId="569"/>
            <ac:spMk id="29" creationId="{00000000-0000-0000-0000-000000000000}"/>
          </ac:spMkLst>
        </pc:spChg>
        <pc:spChg chg="mod">
          <ac:chgData name="Bassett, Michael" userId="8e18abec-298a-430f-9cde-6265f12e2423" providerId="ADAL" clId="{DF744FBE-B421-442B-8357-A14C0D00F49E}" dt="2023-12-22T18:36:35.804" v="40" actId="1076"/>
          <ac:spMkLst>
            <pc:docMk/>
            <pc:sldMk cId="1414039679" sldId="569"/>
            <ac:spMk id="31" creationId="{00000000-0000-0000-0000-000000000000}"/>
          </ac:spMkLst>
        </pc:spChg>
        <pc:spChg chg="mod">
          <ac:chgData name="Bassett, Michael" userId="8e18abec-298a-430f-9cde-6265f12e2423" providerId="ADAL" clId="{DF744FBE-B421-442B-8357-A14C0D00F49E}" dt="2023-12-22T18:37:39.404" v="43" actId="1076"/>
          <ac:spMkLst>
            <pc:docMk/>
            <pc:sldMk cId="1414039679" sldId="569"/>
            <ac:spMk id="32" creationId="{00000000-0000-0000-0000-000000000000}"/>
          </ac:spMkLst>
        </pc:spChg>
        <pc:spChg chg="mod">
          <ac:chgData name="Bassett, Michael" userId="8e18abec-298a-430f-9cde-6265f12e2423" providerId="ADAL" clId="{DF744FBE-B421-442B-8357-A14C0D00F49E}" dt="2023-12-22T18:37:26.193" v="41" actId="1076"/>
          <ac:spMkLst>
            <pc:docMk/>
            <pc:sldMk cId="1414039679" sldId="569"/>
            <ac:spMk id="33" creationId="{00000000-0000-0000-0000-000000000000}"/>
          </ac:spMkLst>
        </pc:spChg>
        <pc:spChg chg="mod">
          <ac:chgData name="Bassett, Michael" userId="8e18abec-298a-430f-9cde-6265f12e2423" providerId="ADAL" clId="{DF744FBE-B421-442B-8357-A14C0D00F49E}" dt="2023-12-22T18:36:07.631" v="36" actId="1076"/>
          <ac:spMkLst>
            <pc:docMk/>
            <pc:sldMk cId="1414039679" sldId="569"/>
            <ac:spMk id="35" creationId="{00000000-0000-0000-0000-000000000000}"/>
          </ac:spMkLst>
        </pc:spChg>
        <pc:spChg chg="mod">
          <ac:chgData name="Bassett, Michael" userId="8e18abec-298a-430f-9cde-6265f12e2423" providerId="ADAL" clId="{DF744FBE-B421-442B-8357-A14C0D00F49E}" dt="2023-12-22T18:35:20.443" v="30" actId="1076"/>
          <ac:spMkLst>
            <pc:docMk/>
            <pc:sldMk cId="1414039679" sldId="569"/>
            <ac:spMk id="36" creationId="{4BFA93FE-8A84-453F-A1CA-0F3D83F7B18D}"/>
          </ac:spMkLst>
        </pc:spChg>
        <pc:spChg chg="mod">
          <ac:chgData name="Bassett, Michael" userId="8e18abec-298a-430f-9cde-6265f12e2423" providerId="ADAL" clId="{DF744FBE-B421-442B-8357-A14C0D00F49E}" dt="2023-12-22T18:35:48.199" v="34" actId="1076"/>
          <ac:spMkLst>
            <pc:docMk/>
            <pc:sldMk cId="1414039679" sldId="569"/>
            <ac:spMk id="37" creationId="{9F6C5255-E49E-4F7E-831F-1B0BE00D3947}"/>
          </ac:spMkLst>
        </pc:spChg>
        <pc:spChg chg="mod">
          <ac:chgData name="Bassett, Michael" userId="8e18abec-298a-430f-9cde-6265f12e2423" providerId="ADAL" clId="{DF744FBE-B421-442B-8357-A14C0D00F49E}" dt="2023-12-22T18:35:27.474" v="32" actId="1076"/>
          <ac:spMkLst>
            <pc:docMk/>
            <pc:sldMk cId="1414039679" sldId="569"/>
            <ac:spMk id="38" creationId="{A3C9B5F5-2B2A-4BA8-B3D8-2333D2E8BF57}"/>
          </ac:spMkLst>
        </pc:spChg>
        <pc:spChg chg="mod">
          <ac:chgData name="Bassett, Michael" userId="8e18abec-298a-430f-9cde-6265f12e2423" providerId="ADAL" clId="{DF744FBE-B421-442B-8357-A14C0D00F49E}" dt="2023-12-22T18:35:23.507" v="31" actId="1076"/>
          <ac:spMkLst>
            <pc:docMk/>
            <pc:sldMk cId="1414039679" sldId="569"/>
            <ac:spMk id="40" creationId="{C4C12846-06C3-426E-AB18-F8199D4DA5A7}"/>
          </ac:spMkLst>
        </pc:spChg>
        <pc:spChg chg="mod">
          <ac:chgData name="Bassett, Michael" userId="8e18abec-298a-430f-9cde-6265f12e2423" providerId="ADAL" clId="{DF744FBE-B421-442B-8357-A14C0D00F49E}" dt="2023-12-22T18:27:41.588" v="3" actId="1076"/>
          <ac:spMkLst>
            <pc:docMk/>
            <pc:sldMk cId="1414039679" sldId="569"/>
            <ac:spMk id="42" creationId="{00000000-0000-0000-0000-000000000000}"/>
          </ac:spMkLst>
        </pc:spChg>
        <pc:spChg chg="mod">
          <ac:chgData name="Bassett, Michael" userId="8e18abec-298a-430f-9cde-6265f12e2423" providerId="ADAL" clId="{DF744FBE-B421-442B-8357-A14C0D00F49E}" dt="2023-12-22T18:28:24.936" v="10" actId="1076"/>
          <ac:spMkLst>
            <pc:docMk/>
            <pc:sldMk cId="1414039679" sldId="569"/>
            <ac:spMk id="43" creationId="{4CF80A17-FFC4-4169-8D05-B1105A7E20F6}"/>
          </ac:spMkLst>
        </pc:spChg>
        <pc:picChg chg="mod">
          <ac:chgData name="Bassett, Michael" userId="8e18abec-298a-430f-9cde-6265f12e2423" providerId="ADAL" clId="{DF744FBE-B421-442B-8357-A14C0D00F49E}" dt="2023-12-22T18:28:51.723" v="12" actId="1076"/>
          <ac:picMkLst>
            <pc:docMk/>
            <pc:sldMk cId="1414039679" sldId="569"/>
            <ac:picMk id="9" creationId="{00000000-0000-0000-0000-000000000000}"/>
          </ac:picMkLst>
        </pc:picChg>
        <pc:cxnChg chg="mod">
          <ac:chgData name="Bassett, Michael" userId="8e18abec-298a-430f-9cde-6265f12e2423" providerId="ADAL" clId="{DF744FBE-B421-442B-8357-A14C0D00F49E}" dt="2023-12-22T18:47:21.731" v="47" actId="1076"/>
          <ac:cxnSpMkLst>
            <pc:docMk/>
            <pc:sldMk cId="1414039679" sldId="569"/>
            <ac:cxnSpMk id="7" creationId="{00000000-0000-0000-0000-000000000000}"/>
          </ac:cxnSpMkLst>
        </pc:cxnChg>
      </pc:sldChg>
      <pc:sldMasterChg chg="modSp modSldLayout">
        <pc:chgData name="Bassett, Michael" userId="8e18abec-298a-430f-9cde-6265f12e2423" providerId="ADAL" clId="{DF744FBE-B421-442B-8357-A14C0D00F49E}" dt="2023-12-22T18:26:27.349" v="0"/>
        <pc:sldMasterMkLst>
          <pc:docMk/>
          <pc:sldMasterMk cId="112899065" sldId="2147483648"/>
        </pc:sldMasterMkLst>
        <pc:spChg chg="mod">
          <ac:chgData name="Bassett, Michael" userId="8e18abec-298a-430f-9cde-6265f12e2423" providerId="ADAL" clId="{DF744FBE-B421-442B-8357-A14C0D00F49E}" dt="2023-12-22T18:26:27.349" v="0"/>
          <ac:spMkLst>
            <pc:docMk/>
            <pc:sldMasterMk cId="112899065" sldId="2147483648"/>
            <ac:spMk id="62" creationId="{00000000-0000-0000-0000-000000000000}"/>
          </ac:spMkLst>
        </pc:spChg>
        <pc:sldLayoutChg chg="modSp">
          <pc:chgData name="Bassett, Michael" userId="8e18abec-298a-430f-9cde-6265f12e2423" providerId="ADAL" clId="{DF744FBE-B421-442B-8357-A14C0D00F49E}" dt="2023-12-22T18:26:27.349" v="0"/>
          <pc:sldLayoutMkLst>
            <pc:docMk/>
            <pc:sldMasterMk cId="112899065" sldId="2147483648"/>
            <pc:sldLayoutMk cId="1240162553" sldId="2147483655"/>
          </pc:sldLayoutMkLst>
          <pc:spChg chg="mod">
            <ac:chgData name="Bassett, Michael" userId="8e18abec-298a-430f-9cde-6265f12e2423" providerId="ADAL" clId="{DF744FBE-B421-442B-8357-A14C0D00F49E}" dt="2023-12-22T18:26:27.349" v="0"/>
            <ac:spMkLst>
              <pc:docMk/>
              <pc:sldMasterMk cId="112899065" sldId="2147483648"/>
              <pc:sldLayoutMk cId="1240162553" sldId="2147483655"/>
              <ac:spMk id="16" creationId="{00000000-0000-0000-0000-000000000000}"/>
            </ac:spMkLst>
          </pc:spChg>
        </pc:sldLayoutChg>
        <pc:sldLayoutChg chg="modSp">
          <pc:chgData name="Bassett, Michael" userId="8e18abec-298a-430f-9cde-6265f12e2423" providerId="ADAL" clId="{DF744FBE-B421-442B-8357-A14C0D00F49E}" dt="2023-12-22T18:26:27.349" v="0"/>
          <pc:sldLayoutMkLst>
            <pc:docMk/>
            <pc:sldMasterMk cId="112899065" sldId="2147483648"/>
            <pc:sldLayoutMk cId="1015786100" sldId="2147483662"/>
          </pc:sldLayoutMkLst>
          <pc:spChg chg="mod">
            <ac:chgData name="Bassett, Michael" userId="8e18abec-298a-430f-9cde-6265f12e2423" providerId="ADAL" clId="{DF744FBE-B421-442B-8357-A14C0D00F49E}" dt="2023-12-22T18:26:27.349" v="0"/>
            <ac:spMkLst>
              <pc:docMk/>
              <pc:sldMasterMk cId="112899065" sldId="2147483648"/>
              <pc:sldLayoutMk cId="1015786100" sldId="2147483662"/>
              <ac:spMk id="12" creationId="{00000000-0000-0000-0000-000000000000}"/>
            </ac:spMkLst>
          </pc:spChg>
        </pc:sldLayoutChg>
        <pc:sldLayoutChg chg="modSp">
          <pc:chgData name="Bassett, Michael" userId="8e18abec-298a-430f-9cde-6265f12e2423" providerId="ADAL" clId="{DF744FBE-B421-442B-8357-A14C0D00F49E}" dt="2023-12-22T18:26:27.349" v="0"/>
          <pc:sldLayoutMkLst>
            <pc:docMk/>
            <pc:sldMasterMk cId="112899065" sldId="2147483648"/>
            <pc:sldLayoutMk cId="1992805125" sldId="2147483692"/>
          </pc:sldLayoutMkLst>
          <pc:spChg chg="mod">
            <ac:chgData name="Bassett, Michael" userId="8e18abec-298a-430f-9cde-6265f12e2423" providerId="ADAL" clId="{DF744FBE-B421-442B-8357-A14C0D00F49E}" dt="2023-12-22T18:26:27.349" v="0"/>
            <ac:spMkLst>
              <pc:docMk/>
              <pc:sldMasterMk cId="112899065" sldId="2147483648"/>
              <pc:sldLayoutMk cId="1992805125" sldId="2147483692"/>
              <ac:spMk id="15" creationId="{00000000-0000-0000-0000-000000000000}"/>
            </ac:spMkLst>
          </pc:spChg>
        </pc:sldLayoutChg>
        <pc:sldLayoutChg chg="modSp">
          <pc:chgData name="Bassett, Michael" userId="8e18abec-298a-430f-9cde-6265f12e2423" providerId="ADAL" clId="{DF744FBE-B421-442B-8357-A14C0D00F49E}" dt="2023-12-22T18:26:27.349" v="0"/>
          <pc:sldLayoutMkLst>
            <pc:docMk/>
            <pc:sldMasterMk cId="112899065" sldId="2147483648"/>
            <pc:sldLayoutMk cId="128903092" sldId="2147483806"/>
          </pc:sldLayoutMkLst>
          <pc:spChg chg="mod">
            <ac:chgData name="Bassett, Michael" userId="8e18abec-298a-430f-9cde-6265f12e2423" providerId="ADAL" clId="{DF744FBE-B421-442B-8357-A14C0D00F49E}" dt="2023-12-22T18:26:27.349" v="0"/>
            <ac:spMkLst>
              <pc:docMk/>
              <pc:sldMasterMk cId="112899065" sldId="2147483648"/>
              <pc:sldLayoutMk cId="128903092" sldId="2147483806"/>
              <ac:spMk id="17" creationId="{00000000-0000-0000-0000-000000000000}"/>
            </ac:spMkLst>
          </pc:spChg>
          <pc:spChg chg="mod">
            <ac:chgData name="Bassett, Michael" userId="8e18abec-298a-430f-9cde-6265f12e2423" providerId="ADAL" clId="{DF744FBE-B421-442B-8357-A14C0D00F49E}" dt="2023-12-22T18:26:27.349" v="0"/>
            <ac:spMkLst>
              <pc:docMk/>
              <pc:sldMasterMk cId="112899065" sldId="2147483648"/>
              <pc:sldLayoutMk cId="128903092" sldId="2147483806"/>
              <ac:spMk id="50" creationId="{0C203C4F-2B7A-44AE-9CC5-974D0684C5F6}"/>
            </ac:spMkLst>
          </pc:spChg>
        </pc:sldLayoutChg>
        <pc:sldLayoutChg chg="modSp">
          <pc:chgData name="Bassett, Michael" userId="8e18abec-298a-430f-9cde-6265f12e2423" providerId="ADAL" clId="{DF744FBE-B421-442B-8357-A14C0D00F49E}" dt="2023-12-22T18:26:27.349" v="0"/>
          <pc:sldLayoutMkLst>
            <pc:docMk/>
            <pc:sldMasterMk cId="112899065" sldId="2147483648"/>
            <pc:sldLayoutMk cId="2662076259" sldId="2147483824"/>
          </pc:sldLayoutMkLst>
          <pc:spChg chg="mod">
            <ac:chgData name="Bassett, Michael" userId="8e18abec-298a-430f-9cde-6265f12e2423" providerId="ADAL" clId="{DF744FBE-B421-442B-8357-A14C0D00F49E}" dt="2023-12-22T18:26:27.349" v="0"/>
            <ac:spMkLst>
              <pc:docMk/>
              <pc:sldMasterMk cId="112899065" sldId="2147483648"/>
              <pc:sldLayoutMk cId="2662076259" sldId="2147483824"/>
              <ac:spMk id="51" creationId="{4A9D77DB-7015-4991-83C8-36A24B782AF8}"/>
            </ac:spMkLst>
          </pc:spChg>
          <pc:spChg chg="mod">
            <ac:chgData name="Bassett, Michael" userId="8e18abec-298a-430f-9cde-6265f12e2423" providerId="ADAL" clId="{DF744FBE-B421-442B-8357-A14C0D00F49E}" dt="2023-12-22T18:26:27.349" v="0"/>
            <ac:spMkLst>
              <pc:docMk/>
              <pc:sldMasterMk cId="112899065" sldId="2147483648"/>
              <pc:sldLayoutMk cId="2662076259" sldId="2147483824"/>
              <ac:spMk id="56" creationId="{3C5384D2-BCF3-4CDD-90BA-C6DDDAC0C3E0}"/>
            </ac:spMkLst>
          </pc:spChg>
        </pc:sldLayoutChg>
        <pc:sldLayoutChg chg="modSp">
          <pc:chgData name="Bassett, Michael" userId="8e18abec-298a-430f-9cde-6265f12e2423" providerId="ADAL" clId="{DF744FBE-B421-442B-8357-A14C0D00F49E}" dt="2023-12-22T18:26:27.349" v="0"/>
          <pc:sldLayoutMkLst>
            <pc:docMk/>
            <pc:sldMasterMk cId="112899065" sldId="2147483648"/>
            <pc:sldLayoutMk cId="1564582201" sldId="2147483829"/>
          </pc:sldLayoutMkLst>
          <pc:spChg chg="mod">
            <ac:chgData name="Bassett, Michael" userId="8e18abec-298a-430f-9cde-6265f12e2423" providerId="ADAL" clId="{DF744FBE-B421-442B-8357-A14C0D00F49E}" dt="2023-12-22T18:26:27.349" v="0"/>
            <ac:spMkLst>
              <pc:docMk/>
              <pc:sldMasterMk cId="112899065" sldId="2147483648"/>
              <pc:sldLayoutMk cId="1564582201" sldId="2147483829"/>
              <ac:spMk id="17" creationId="{00000000-0000-0000-0000-000000000000}"/>
            </ac:spMkLst>
          </pc:spChg>
          <pc:spChg chg="mod">
            <ac:chgData name="Bassett, Michael" userId="8e18abec-298a-430f-9cde-6265f12e2423" providerId="ADAL" clId="{DF744FBE-B421-442B-8357-A14C0D00F49E}" dt="2023-12-22T18:26:27.349" v="0"/>
            <ac:spMkLst>
              <pc:docMk/>
              <pc:sldMasterMk cId="112899065" sldId="2147483648"/>
              <pc:sldLayoutMk cId="1564582201" sldId="2147483829"/>
              <ac:spMk id="50" creationId="{0C203C4F-2B7A-44AE-9CC5-974D0684C5F6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/>
          <a:lstStyle>
            <a:lvl1pPr algn="l">
              <a:defRPr sz="1600"/>
            </a:lvl1pPr>
          </a:lstStyle>
          <a:p>
            <a:endParaRPr lang="en-US" dirty="0">
              <a:latin typeface="Arial"/>
              <a:cs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346208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 anchor="b"/>
          <a:lstStyle>
            <a:lvl1pPr algn="l">
              <a:defRPr sz="1600"/>
            </a:lvl1pPr>
          </a:lstStyle>
          <a:p>
            <a:endParaRPr lang="en-US" dirty="0">
              <a:latin typeface="Arial"/>
              <a:cs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402561" y="1346208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 anchor="b"/>
          <a:lstStyle>
            <a:lvl1pPr algn="r">
              <a:defRPr sz="1600"/>
            </a:lvl1pPr>
          </a:lstStyle>
          <a:p>
            <a:fld id="{70AC7428-30A9-FD43-A0D8-DB91B17088EC}" type="slidenum">
              <a:rPr lang="en-US" smtClean="0">
                <a:latin typeface="Arial"/>
                <a:cs typeface="Arial"/>
              </a:rPr>
              <a:t>‹#›</a:t>
            </a:fld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7649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/>
          <a:lstStyle>
            <a:lvl1pPr algn="l">
              <a:defRPr sz="1600"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561" y="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/>
          <a:lstStyle>
            <a:lvl1pPr algn="r">
              <a:defRPr sz="1600">
                <a:latin typeface="Arial"/>
                <a:cs typeface="Arial"/>
              </a:defRPr>
            </a:lvl1pPr>
          </a:lstStyle>
          <a:p>
            <a:fld id="{73B26A0F-F4D6-9B4F-A87B-D8948CDE3BB4}" type="datetimeFigureOut">
              <a:rPr lang="en-US" smtClean="0"/>
              <a:pPr/>
              <a:t>12/22/2023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838200" y="1063625"/>
            <a:ext cx="9448800" cy="53149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25401" tIns="62700" rIns="125401" bIns="6270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31800" y="6732270"/>
            <a:ext cx="6908800" cy="637794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46208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 anchor="b"/>
          <a:lstStyle>
            <a:lvl1pPr algn="l">
              <a:defRPr sz="1600"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561" y="1346208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 anchor="b"/>
          <a:lstStyle>
            <a:lvl1pPr algn="r">
              <a:defRPr sz="1600">
                <a:latin typeface="Arial"/>
                <a:cs typeface="Arial"/>
              </a:defRPr>
            </a:lvl1pPr>
          </a:lstStyle>
          <a:p>
            <a:fld id="{7DE2E8FF-3D0C-9D4D-B4D1-3089215958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1349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Arial"/>
      </a:defRPr>
    </a:lvl1pPr>
    <a:lvl2pPr marL="73152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2pPr>
    <a:lvl3pPr marL="146304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3pPr>
    <a:lvl4pPr marL="219456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4pPr>
    <a:lvl5pPr marL="292608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5pPr>
    <a:lvl6pPr marL="365760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1638" y="387350"/>
            <a:ext cx="4649787" cy="2616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EAE42-E3FE-4405-B7FC-4425D05B92A0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281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057399"/>
            <a:ext cx="13258800" cy="5121276"/>
          </a:xfrm>
        </p:spPr>
        <p:txBody>
          <a:bodyPr numCol="2" spcCol="457200">
            <a:normAutofit/>
          </a:bodyPr>
          <a:lstStyle>
            <a:lvl1pPr marL="457200" indent="-457200">
              <a:spcBef>
                <a:spcPts val="900"/>
              </a:spcBef>
              <a:buFont typeface="+mj-lt"/>
              <a:buAutoNum type="arabicPeriod"/>
              <a:tabLst>
                <a:tab pos="6337300" algn="r"/>
              </a:tabLst>
              <a:defRPr sz="2000"/>
            </a:lvl1pPr>
            <a:lvl2pPr marL="6858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/>
            </a:lvl2pPr>
            <a:lvl3pPr marL="9144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/>
            </a:lvl3pPr>
            <a:lvl4pPr marL="11430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/>
            </a:lvl4pPr>
            <a:lvl5pPr marL="13716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/>
            </a:lvl5pPr>
            <a:lvl6pPr marL="16002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 baseline="0"/>
            </a:lvl6pPr>
            <a:lvl7pPr marL="18288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 baseline="0"/>
            </a:lvl7pPr>
            <a:lvl8pPr marL="20574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 baseline="0"/>
            </a:lvl8pPr>
            <a:lvl9pPr marL="22860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85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4pPr marL="457200" indent="-228600">
              <a:buFont typeface="Arial" pitchFamily="34" charset="0"/>
              <a:buChar char="–"/>
              <a:defRPr/>
            </a:lvl4pPr>
            <a:lvl5pPr marL="685800" indent="-228600">
              <a:buFont typeface="Arial" pitchFamily="34" charset="0"/>
              <a:buChar char="–"/>
              <a:defRPr/>
            </a:lvl5pPr>
            <a:lvl6pPr marL="914400" indent="-228600">
              <a:buFont typeface="Arial" pitchFamily="34" charset="0"/>
              <a:buChar char="–"/>
              <a:defRPr baseline="0"/>
            </a:lvl6pPr>
            <a:lvl7pPr marL="1143000" indent="-228600">
              <a:buFont typeface="Arial" pitchFamily="34" charset="0"/>
              <a:buChar char="–"/>
              <a:defRPr baseline="0"/>
            </a:lvl7pPr>
            <a:lvl8pPr marL="1371600" indent="-228600">
              <a:buFont typeface="Arial" pitchFamily="34" charset="0"/>
              <a:buChar char="–"/>
              <a:defRPr baseline="0"/>
            </a:lvl8pPr>
            <a:lvl9pPr marL="1600200" indent="-228600"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62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w/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39763"/>
            <a:ext cx="10660075" cy="14176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4pPr marL="457200" indent="-228600">
              <a:buFont typeface="Arial" pitchFamily="34" charset="0"/>
              <a:buChar char="–"/>
              <a:defRPr/>
            </a:lvl4pPr>
            <a:lvl5pPr marL="685800" indent="-228600">
              <a:buFont typeface="Arial" pitchFamily="34" charset="0"/>
              <a:buChar char="–"/>
              <a:defRPr/>
            </a:lvl5pPr>
            <a:lvl6pPr marL="914400" indent="-228600">
              <a:buFont typeface="Arial" pitchFamily="34" charset="0"/>
              <a:buChar char="–"/>
              <a:defRPr baseline="0"/>
            </a:lvl6pPr>
            <a:lvl7pPr marL="1143000" indent="-228600">
              <a:buFont typeface="Arial" pitchFamily="34" charset="0"/>
              <a:buChar char="–"/>
              <a:defRPr baseline="0"/>
            </a:lvl7pPr>
            <a:lvl8pPr marL="1371600" indent="-228600">
              <a:buFont typeface="Arial" pitchFamily="34" charset="0"/>
              <a:buChar char="–"/>
              <a:defRPr baseline="0"/>
            </a:lvl8pPr>
            <a:lvl9pPr marL="1600200" indent="-228600"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: Single Corner Rounded 3">
            <a:extLst>
              <a:ext uri="{FF2B5EF4-FFF2-40B4-BE49-F238E27FC236}">
                <a16:creationId xmlns:a16="http://schemas.microsoft.com/office/drawing/2014/main" id="{91994B2C-2165-46A4-99A0-7921C65A1197}"/>
              </a:ext>
            </a:extLst>
          </p:cNvPr>
          <p:cNvSpPr/>
          <p:nvPr userDrawn="1"/>
        </p:nvSpPr>
        <p:spPr>
          <a:xfrm rot="10800000">
            <a:off x="11477625" y="-3"/>
            <a:ext cx="3152768" cy="776048"/>
          </a:xfrm>
          <a:prstGeom prst="round1Rect">
            <a:avLst>
              <a:gd name="adj" fmla="val 39716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2A6A47-BB63-437D-9497-6B68158905D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715750" y="1"/>
            <a:ext cx="2601384" cy="776046"/>
          </a:xfrm>
        </p:spPr>
        <p:txBody>
          <a:bodyPr anchor="ctr" anchorCtr="0">
            <a:norm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 marL="457200" indent="-228600">
              <a:buFont typeface="Arial" pitchFamily="34" charset="0"/>
              <a:buChar char="–"/>
              <a:defRPr sz="1400"/>
            </a:lvl4pPr>
            <a:lvl5pPr marL="685800" indent="-228600">
              <a:buFont typeface="Arial" pitchFamily="34" charset="0"/>
              <a:buChar char="–"/>
              <a:defRPr sz="1400"/>
            </a:lvl5pPr>
            <a:lvl6pPr marL="914400" indent="-228600">
              <a:buFont typeface="Arial" pitchFamily="34" charset="0"/>
              <a:buChar char="–"/>
              <a:defRPr baseline="0"/>
            </a:lvl6pPr>
            <a:lvl7pPr marL="1143000" indent="-228600">
              <a:buFont typeface="Arial" pitchFamily="34" charset="0"/>
              <a:buChar char="–"/>
              <a:defRPr baseline="0"/>
            </a:lvl7pPr>
            <a:lvl8pPr marL="1371600" indent="-228600">
              <a:buFont typeface="Arial" pitchFamily="34" charset="0"/>
              <a:buChar char="–"/>
              <a:defRPr baseline="0"/>
            </a:lvl8pPr>
            <a:lvl9pPr marL="1600200" indent="-228600"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</p:spTree>
    <p:extLst>
      <p:ext uri="{BB962C8B-B14F-4D97-AF65-F5344CB8AC3E}">
        <p14:creationId xmlns:p14="http://schemas.microsoft.com/office/powerpoint/2010/main" val="1556754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itchFamily="34" charset="0"/>
              <a:buChar char="•"/>
              <a:defRPr b="0"/>
            </a:lvl1pPr>
            <a:lvl2pPr marL="457200" indent="-228600">
              <a:spcBef>
                <a:spcPts val="600"/>
              </a:spcBef>
              <a:buFont typeface="Arial" pitchFamily="34" charset="0"/>
              <a:buChar char="–"/>
              <a:defRPr b="0"/>
            </a:lvl2pPr>
            <a:lvl3pPr marL="685800" indent="-228600">
              <a:spcBef>
                <a:spcPts val="600"/>
              </a:spcBef>
              <a:buFont typeface="Arial" pitchFamily="34" charset="0"/>
              <a:buChar char="–"/>
              <a:defRPr b="0"/>
            </a:lvl3pPr>
            <a:lvl4pPr marL="914400" indent="-228600">
              <a:spcBef>
                <a:spcPts val="600"/>
              </a:spcBef>
              <a:buFont typeface="Arial" pitchFamily="34" charset="0"/>
              <a:buChar char="–"/>
              <a:defRPr b="0"/>
            </a:lvl4pPr>
            <a:lvl5pPr marL="1143000" indent="-228600">
              <a:spcBef>
                <a:spcPts val="600"/>
              </a:spcBef>
              <a:buFont typeface="Arial" pitchFamily="34" charset="0"/>
              <a:buChar char="–"/>
              <a:defRPr b="0"/>
            </a:lvl5pPr>
            <a:lvl6pPr marL="1371600" indent="-228600">
              <a:spcBef>
                <a:spcPts val="600"/>
              </a:spcBef>
              <a:buFont typeface="Arial" pitchFamily="34" charset="0"/>
              <a:buChar char="–"/>
              <a:defRPr baseline="0"/>
            </a:lvl6pPr>
            <a:lvl7pPr marL="1600200" indent="-228600">
              <a:spcBef>
                <a:spcPts val="600"/>
              </a:spcBef>
              <a:buFont typeface="Arial" pitchFamily="34" charset="0"/>
              <a:buChar char="–"/>
              <a:defRPr baseline="0"/>
            </a:lvl7pPr>
            <a:lvl8pPr marL="1828800" indent="-228600">
              <a:spcBef>
                <a:spcPts val="600"/>
              </a:spcBef>
              <a:buFont typeface="Arial" pitchFamily="34" charset="0"/>
              <a:buChar char="–"/>
              <a:defRPr baseline="0"/>
            </a:lvl8pPr>
            <a:lvl9pPr marL="2057400" indent="-228600">
              <a:spcBef>
                <a:spcPts val="600"/>
              </a:spcBef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057399"/>
            <a:ext cx="6400800" cy="5121276"/>
          </a:xfrm>
          <a:noFill/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 marL="457200" indent="-228600">
              <a:buFont typeface="Arial" pitchFamily="34" charset="0"/>
              <a:buChar char="–"/>
              <a:defRPr sz="2000"/>
            </a:lvl4pPr>
            <a:lvl5pPr marL="685800" indent="-228600">
              <a:buFont typeface="Arial" pitchFamily="34" charset="0"/>
              <a:buChar char="–"/>
              <a:defRPr sz="2000"/>
            </a:lvl5pPr>
            <a:lvl6pPr marL="914400" indent="-228600">
              <a:buFont typeface="Arial" pitchFamily="34" charset="0"/>
              <a:buChar char="–"/>
              <a:defRPr sz="2000" baseline="0"/>
            </a:lvl6pPr>
            <a:lvl7pPr marL="1143000" indent="-228600">
              <a:buFont typeface="Arial" pitchFamily="34" charset="0"/>
              <a:buChar char="–"/>
              <a:defRPr sz="2000" baseline="0"/>
            </a:lvl7pPr>
            <a:lvl8pPr marL="1371600" indent="-228600">
              <a:buFont typeface="Arial" pitchFamily="34" charset="0"/>
              <a:buChar char="–"/>
              <a:defRPr sz="2000" baseline="0"/>
            </a:lvl8pPr>
            <a:lvl9pPr marL="1600200" indent="-228600">
              <a:buFont typeface="Arial" pitchFamily="34" charset="0"/>
              <a:buChar char="–"/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00" y="2057398"/>
            <a:ext cx="6400800" cy="512127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453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057399"/>
            <a:ext cx="4114800" cy="51212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57800" y="2057399"/>
            <a:ext cx="4114800" cy="51212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13"/>
          </p:nvPr>
        </p:nvSpPr>
        <p:spPr>
          <a:xfrm>
            <a:off x="9829800" y="2057399"/>
            <a:ext cx="4114800" cy="51212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742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315200" y="0"/>
            <a:ext cx="7315200" cy="8229600"/>
          </a:xfr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639763"/>
            <a:ext cx="6400800" cy="14176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738">
                <a:spcBef>
                  <a:spcPct val="50000"/>
                </a:spcBef>
              </a:pPr>
              <a:t>December 22, 2023</a:t>
            </a:fld>
            <a:endParaRPr lang="en-US" sz="1100" b="0" dirty="0">
              <a:solidFill>
                <a:schemeClr val="tx1"/>
              </a:solidFill>
            </a:endParaRPr>
          </a:p>
        </p:txBody>
      </p:sp>
      <p:sp>
        <p:nvSpPr>
          <p:cNvPr id="11" name="Text Box 115"/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/>
              <a:t>‹#›</a:t>
            </a:fld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12" name="Footer Placeholder 4"/>
          <p:cNvSpPr txBox="1">
            <a:spLocks/>
          </p:cNvSpPr>
          <p:nvPr userDrawn="1"/>
        </p:nvSpPr>
        <p:spPr>
          <a:xfrm>
            <a:off x="2971800" y="7580439"/>
            <a:ext cx="41148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00" dirty="0"/>
              <a:t>© 2023 DXC Technology Company. All rights reserved.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685800" y="2057398"/>
            <a:ext cx="6400800" cy="5121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C091593C-4446-42A7-AA75-762280E3CD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7580437"/>
            <a:ext cx="2286000" cy="25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78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685800" y="2057399"/>
            <a:ext cx="11201400" cy="5121275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defRPr sz="5400">
                <a:solidFill>
                  <a:schemeClr val="accent1"/>
                </a:solidFill>
              </a:defRPr>
            </a:lvl1pPr>
            <a:lvl2pPr marL="0" indent="0">
              <a:spcBef>
                <a:spcPts val="900"/>
              </a:spcBef>
              <a:buFontTx/>
              <a:buNone/>
              <a:defRPr/>
            </a:lvl2pPr>
            <a:lvl3pPr marL="0" indent="0">
              <a:spcBef>
                <a:spcPts val="900"/>
              </a:spcBef>
              <a:buFontTx/>
              <a:buNone/>
              <a:defRPr/>
            </a:lvl3pPr>
            <a:lvl4pPr marL="0" indent="0">
              <a:spcBef>
                <a:spcPts val="900"/>
              </a:spcBef>
              <a:buFontTx/>
              <a:buNone/>
              <a:defRPr/>
            </a:lvl4pPr>
            <a:lvl5pPr marL="0" indent="0">
              <a:spcBef>
                <a:spcPts val="900"/>
              </a:spcBef>
              <a:buFontTx/>
              <a:buNone/>
              <a:defRPr/>
            </a:lvl5pPr>
            <a:lvl6pPr marL="0" indent="0">
              <a:spcBef>
                <a:spcPts val="900"/>
              </a:spcBef>
              <a:buFontTx/>
              <a:buNone/>
              <a:defRPr baseline="0"/>
            </a:lvl6pPr>
            <a:lvl7pPr marL="0" indent="0">
              <a:spcBef>
                <a:spcPts val="900"/>
              </a:spcBef>
              <a:buFontTx/>
              <a:buNone/>
              <a:defRPr baseline="0"/>
            </a:lvl7pPr>
            <a:lvl8pPr marL="0" indent="0">
              <a:spcBef>
                <a:spcPts val="900"/>
              </a:spcBef>
              <a:buFontTx/>
              <a:buNone/>
              <a:defRPr baseline="0"/>
            </a:lvl8pPr>
            <a:lvl9pPr marL="0" indent="0">
              <a:spcBef>
                <a:spcPts val="900"/>
              </a:spcBef>
              <a:buFontTx/>
              <a:buNone/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December 22, 2023</a:t>
            </a:fld>
            <a:endParaRPr lang="en-US" sz="1100" b="0" dirty="0">
              <a:solidFill>
                <a:schemeClr val="bg1"/>
              </a:solidFill>
            </a:endParaRPr>
          </a:p>
        </p:txBody>
      </p:sp>
      <p:sp>
        <p:nvSpPr>
          <p:cNvPr id="16" name="Text Box 115"/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bg1"/>
                </a:solidFill>
              </a:rPr>
              <a:pPr/>
              <a:t>‹#›</a:t>
            </a:fld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7" name="Footer Placeholder 4"/>
          <p:cNvSpPr txBox="1">
            <a:spLocks/>
          </p:cNvSpPr>
          <p:nvPr userDrawn="1"/>
        </p:nvSpPr>
        <p:spPr>
          <a:xfrm>
            <a:off x="4800600" y="7580439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bg1"/>
                </a:solidFill>
              </a:rPr>
              <a:t>© 2023 DXC Technology Company. All rights reserved.</a:t>
            </a: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DE47D048-F78A-4D25-83CC-A1FB3F93EB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7561481"/>
            <a:ext cx="2468880" cy="279976"/>
          </a:xfrm>
          <a:prstGeom prst="rect">
            <a:avLst/>
          </a:prstGeom>
        </p:spPr>
      </p:pic>
      <p:sp>
        <p:nvSpPr>
          <p:cNvPr id="46" name="Text Box 115">
            <a:extLst>
              <a:ext uri="{FF2B5EF4-FFF2-40B4-BE49-F238E27FC236}">
                <a16:creationId xmlns:a16="http://schemas.microsoft.com/office/drawing/2014/main" id="{BAAC8F77-03DC-4B54-ABD4-487A7142E1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December 22, 2023</a:t>
            </a:fld>
            <a:endParaRPr lang="en-US" sz="1100" b="0" dirty="0">
              <a:solidFill>
                <a:schemeClr val="tx1"/>
              </a:solidFill>
            </a:endParaRPr>
          </a:p>
        </p:txBody>
      </p:sp>
      <p:sp>
        <p:nvSpPr>
          <p:cNvPr id="47" name="Text Box 115">
            <a:extLst>
              <a:ext uri="{FF2B5EF4-FFF2-40B4-BE49-F238E27FC236}">
                <a16:creationId xmlns:a16="http://schemas.microsoft.com/office/drawing/2014/main" id="{B207E4D1-23C4-49FF-8260-AC6970B95FC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‹#›</a:t>
            </a:fld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50" name="Footer Placeholder 4">
            <a:extLst>
              <a:ext uri="{FF2B5EF4-FFF2-40B4-BE49-F238E27FC236}">
                <a16:creationId xmlns:a16="http://schemas.microsoft.com/office/drawing/2014/main" id="{0C203C4F-2B7A-44AE-9CC5-974D0684C5F6}"/>
              </a:ext>
            </a:extLst>
          </p:cNvPr>
          <p:cNvSpPr txBox="1">
            <a:spLocks/>
          </p:cNvSpPr>
          <p:nvPr userDrawn="1"/>
        </p:nvSpPr>
        <p:spPr>
          <a:xfrm>
            <a:off x="4800600" y="7580439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© 2023 DXC Technology Company. All rights reserved.</a:t>
            </a: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925DB904-DAE2-4F1E-A174-E29E8F7511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" y="7580437"/>
            <a:ext cx="2286000" cy="259238"/>
          </a:xfrm>
          <a:prstGeom prst="rect">
            <a:avLst/>
          </a:prstGeom>
        </p:spPr>
      </p:pic>
      <p:sp>
        <p:nvSpPr>
          <p:cNvPr id="56" name="Rectangle: Single Corner Rounded 55">
            <a:extLst>
              <a:ext uri="{FF2B5EF4-FFF2-40B4-BE49-F238E27FC236}">
                <a16:creationId xmlns:a16="http://schemas.microsoft.com/office/drawing/2014/main" id="{106C60A4-E521-4756-B4C4-7D4CE00E4F0A}"/>
              </a:ext>
            </a:extLst>
          </p:cNvPr>
          <p:cNvSpPr/>
          <p:nvPr userDrawn="1"/>
        </p:nvSpPr>
        <p:spPr>
          <a:xfrm>
            <a:off x="695325" y="2057398"/>
            <a:ext cx="11201400" cy="3200400"/>
          </a:xfrm>
          <a:prstGeom prst="round1Rect">
            <a:avLst>
              <a:gd name="adj" fmla="val 24915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083C3818-4368-434E-9D55-569CC18CE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8400" y="2057400"/>
            <a:ext cx="9931400" cy="3200400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Subtitle 2">
            <a:extLst>
              <a:ext uri="{FF2B5EF4-FFF2-40B4-BE49-F238E27FC236}">
                <a16:creationId xmlns:a16="http://schemas.microsoft.com/office/drawing/2014/main" id="{A99EC16D-6BC6-4571-A314-8BE9BEF6F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400" y="5686106"/>
            <a:ext cx="9931399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rgbClr val="63666F"/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03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Rectangle: Single Corner Rounded 51">
            <a:extLst>
              <a:ext uri="{FF2B5EF4-FFF2-40B4-BE49-F238E27FC236}">
                <a16:creationId xmlns:a16="http://schemas.microsoft.com/office/drawing/2014/main" id="{16D803CF-5C46-4998-BEA0-760D4BDFAA5E}"/>
              </a:ext>
            </a:extLst>
          </p:cNvPr>
          <p:cNvSpPr/>
          <p:nvPr userDrawn="1"/>
        </p:nvSpPr>
        <p:spPr>
          <a:xfrm>
            <a:off x="685800" y="639764"/>
            <a:ext cx="8314499" cy="6538910"/>
          </a:xfrm>
          <a:prstGeom prst="round1Rect">
            <a:avLst>
              <a:gd name="adj" fmla="val 17070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B8034992-7FB5-4D10-85B6-A1E0AA858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4985" y="2117489"/>
            <a:ext cx="7217229" cy="2545080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9" name="Subtitle 2">
            <a:extLst>
              <a:ext uri="{FF2B5EF4-FFF2-40B4-BE49-F238E27FC236}">
                <a16:creationId xmlns:a16="http://schemas.microsoft.com/office/drawing/2014/main" id="{95862D04-C327-4882-82FB-72E8CCD13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4985" y="4830209"/>
            <a:ext cx="7217229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6" name="Text Box 115">
            <a:extLst>
              <a:ext uri="{FF2B5EF4-FFF2-40B4-BE49-F238E27FC236}">
                <a16:creationId xmlns:a16="http://schemas.microsoft.com/office/drawing/2014/main" id="{B7410DDF-33B2-4E49-9D88-0AEC09F35B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December 22, 2023</a:t>
            </a:fld>
            <a:endParaRPr lang="en-US" sz="1100" b="0" dirty="0">
              <a:solidFill>
                <a:schemeClr val="bg1"/>
              </a:solidFill>
            </a:endParaRPr>
          </a:p>
        </p:txBody>
      </p:sp>
      <p:sp>
        <p:nvSpPr>
          <p:cNvPr id="50" name="Text Box 115">
            <a:extLst>
              <a:ext uri="{FF2B5EF4-FFF2-40B4-BE49-F238E27FC236}">
                <a16:creationId xmlns:a16="http://schemas.microsoft.com/office/drawing/2014/main" id="{56CCFE87-E52F-4030-93DB-4F8A10CB8AF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bg1"/>
                </a:solidFill>
              </a:rPr>
              <a:pPr/>
              <a:t>‹#›</a:t>
            </a:fld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51" name="Footer Placeholder 4">
            <a:extLst>
              <a:ext uri="{FF2B5EF4-FFF2-40B4-BE49-F238E27FC236}">
                <a16:creationId xmlns:a16="http://schemas.microsoft.com/office/drawing/2014/main" id="{4A9D77DB-7015-4991-83C8-36A24B782AF8}"/>
              </a:ext>
            </a:extLst>
          </p:cNvPr>
          <p:cNvSpPr txBox="1">
            <a:spLocks/>
          </p:cNvSpPr>
          <p:nvPr userDrawn="1"/>
        </p:nvSpPr>
        <p:spPr>
          <a:xfrm>
            <a:off x="4800600" y="7580439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bg1"/>
                </a:solidFill>
              </a:rPr>
              <a:t>© 2023 DXC Technology Company. All rights reserved.</a:t>
            </a: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082CA323-F067-4A36-86B4-C9C89385A4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7561481"/>
            <a:ext cx="2468880" cy="279976"/>
          </a:xfrm>
          <a:prstGeom prst="rect">
            <a:avLst/>
          </a:prstGeom>
        </p:spPr>
      </p:pic>
      <p:sp>
        <p:nvSpPr>
          <p:cNvPr id="54" name="Text Box 115">
            <a:extLst>
              <a:ext uri="{FF2B5EF4-FFF2-40B4-BE49-F238E27FC236}">
                <a16:creationId xmlns:a16="http://schemas.microsoft.com/office/drawing/2014/main" id="{7AE31F7D-644F-46E4-8808-DC117CACC5F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December 22, 2023</a:t>
            </a:fld>
            <a:endParaRPr lang="en-US" sz="1100" b="0" dirty="0">
              <a:solidFill>
                <a:schemeClr val="tx1"/>
              </a:solidFill>
            </a:endParaRPr>
          </a:p>
        </p:txBody>
      </p:sp>
      <p:sp>
        <p:nvSpPr>
          <p:cNvPr id="55" name="Text Box 115">
            <a:extLst>
              <a:ext uri="{FF2B5EF4-FFF2-40B4-BE49-F238E27FC236}">
                <a16:creationId xmlns:a16="http://schemas.microsoft.com/office/drawing/2014/main" id="{95D42EA8-C373-4F2E-A7AA-89495E86AEA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‹#›</a:t>
            </a:fld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56" name="Footer Placeholder 4">
            <a:extLst>
              <a:ext uri="{FF2B5EF4-FFF2-40B4-BE49-F238E27FC236}">
                <a16:creationId xmlns:a16="http://schemas.microsoft.com/office/drawing/2014/main" id="{3C5384D2-BCF3-4CDD-90BA-C6DDDAC0C3E0}"/>
              </a:ext>
            </a:extLst>
          </p:cNvPr>
          <p:cNvSpPr txBox="1">
            <a:spLocks/>
          </p:cNvSpPr>
          <p:nvPr userDrawn="1"/>
        </p:nvSpPr>
        <p:spPr>
          <a:xfrm>
            <a:off x="4800600" y="7580439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© 2023 DXC Technology Company. All rights reserved.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329D370C-B3C9-49CC-A16E-95762D2349B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" y="7580437"/>
            <a:ext cx="2286000" cy="25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076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C3022F4-EDBC-447F-B1B1-AB6CCCF7DF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69" y="0"/>
            <a:ext cx="14625662" cy="8229600"/>
          </a:xfrm>
          <a:prstGeom prst="rect">
            <a:avLst/>
          </a:prstGeom>
        </p:spPr>
      </p:pic>
      <p:grpSp>
        <p:nvGrpSpPr>
          <p:cNvPr id="12" name="Group 11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December 22, 2023</a:t>
            </a:fld>
            <a:endParaRPr lang="en-US" sz="1100" b="0" dirty="0">
              <a:solidFill>
                <a:schemeClr val="bg1"/>
              </a:solidFill>
            </a:endParaRPr>
          </a:p>
        </p:txBody>
      </p:sp>
      <p:sp>
        <p:nvSpPr>
          <p:cNvPr id="16" name="Text Box 115"/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bg1"/>
                </a:solidFill>
              </a:rPr>
              <a:pPr/>
              <a:t>‹#›</a:t>
            </a:fld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7" name="Footer Placeholder 4"/>
          <p:cNvSpPr txBox="1">
            <a:spLocks/>
          </p:cNvSpPr>
          <p:nvPr userDrawn="1"/>
        </p:nvSpPr>
        <p:spPr>
          <a:xfrm>
            <a:off x="4800600" y="7580439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bg1"/>
                </a:solidFill>
              </a:rPr>
              <a:t>© 2023 DXC Technology Company. All rights reserved.</a:t>
            </a:r>
          </a:p>
        </p:txBody>
      </p:sp>
      <p:sp>
        <p:nvSpPr>
          <p:cNvPr id="46" name="Text Box 115">
            <a:extLst>
              <a:ext uri="{FF2B5EF4-FFF2-40B4-BE49-F238E27FC236}">
                <a16:creationId xmlns:a16="http://schemas.microsoft.com/office/drawing/2014/main" id="{BAAC8F77-03DC-4B54-ABD4-487A7142E1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December 22, 2023</a:t>
            </a:fld>
            <a:endParaRPr lang="en-US" sz="1100" b="0" dirty="0">
              <a:solidFill>
                <a:schemeClr val="tx1"/>
              </a:solidFill>
            </a:endParaRPr>
          </a:p>
        </p:txBody>
      </p:sp>
      <p:sp>
        <p:nvSpPr>
          <p:cNvPr id="47" name="Text Box 115">
            <a:extLst>
              <a:ext uri="{FF2B5EF4-FFF2-40B4-BE49-F238E27FC236}">
                <a16:creationId xmlns:a16="http://schemas.microsoft.com/office/drawing/2014/main" id="{B207E4D1-23C4-49FF-8260-AC6970B95FC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‹#›</a:t>
            </a:fld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50" name="Footer Placeholder 4">
            <a:extLst>
              <a:ext uri="{FF2B5EF4-FFF2-40B4-BE49-F238E27FC236}">
                <a16:creationId xmlns:a16="http://schemas.microsoft.com/office/drawing/2014/main" id="{0C203C4F-2B7A-44AE-9CC5-974D0684C5F6}"/>
              </a:ext>
            </a:extLst>
          </p:cNvPr>
          <p:cNvSpPr txBox="1">
            <a:spLocks/>
          </p:cNvSpPr>
          <p:nvPr userDrawn="1"/>
        </p:nvSpPr>
        <p:spPr>
          <a:xfrm>
            <a:off x="4800600" y="7580439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© 2023 DXC Technology Company. All rights reserved.</a:t>
            </a: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925DB904-DAE2-4F1E-A174-E29E8F75117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7580437"/>
            <a:ext cx="2286000" cy="259238"/>
          </a:xfrm>
          <a:prstGeom prst="rect">
            <a:avLst/>
          </a:prstGeom>
        </p:spPr>
      </p:pic>
      <p:sp>
        <p:nvSpPr>
          <p:cNvPr id="57" name="Title 1">
            <a:extLst>
              <a:ext uri="{FF2B5EF4-FFF2-40B4-BE49-F238E27FC236}">
                <a16:creationId xmlns:a16="http://schemas.microsoft.com/office/drawing/2014/main" id="{083C3818-4368-434E-9D55-569CC18CE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26144"/>
            <a:ext cx="10414000" cy="1631255"/>
          </a:xfrm>
        </p:spPr>
        <p:txBody>
          <a:bodyPr anchor="b" anchorCtr="0">
            <a:no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Subtitle 2">
            <a:extLst>
              <a:ext uri="{FF2B5EF4-FFF2-40B4-BE49-F238E27FC236}">
                <a16:creationId xmlns:a16="http://schemas.microsoft.com/office/drawing/2014/main" id="{A99EC16D-6BC6-4571-A314-8BE9BEF6F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2410169"/>
            <a:ext cx="10413999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rgbClr val="63666F"/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58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ictur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4630400" cy="8229600"/>
          </a:xfr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December 22, 2023</a:t>
            </a:fld>
            <a:endParaRPr lang="en-US" sz="1100" b="0" dirty="0">
              <a:solidFill>
                <a:schemeClr val="bg1"/>
              </a:solidFill>
            </a:endParaRPr>
          </a:p>
        </p:txBody>
      </p:sp>
      <p:sp>
        <p:nvSpPr>
          <p:cNvPr id="15" name="Text Box 115"/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bg1"/>
                </a:solidFill>
              </a:rPr>
              <a:pPr/>
              <a:t>‹#›</a:t>
            </a:fld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6" name="Footer Placeholder 4"/>
          <p:cNvSpPr txBox="1">
            <a:spLocks/>
          </p:cNvSpPr>
          <p:nvPr userDrawn="1"/>
        </p:nvSpPr>
        <p:spPr>
          <a:xfrm>
            <a:off x="4800600" y="7580439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bg1"/>
                </a:solidFill>
              </a:rPr>
              <a:t>© 2023 DXC Technology Company. All rights reserved.</a:t>
            </a: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A2BEF977-E587-4D30-B5BF-3E5AC49DEA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7579053"/>
            <a:ext cx="2286000" cy="25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162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XC Log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8" name="Straight Connector 7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Footer Placeholder 4"/>
          <p:cNvSpPr txBox="1">
            <a:spLocks/>
          </p:cNvSpPr>
          <p:nvPr userDrawn="1"/>
        </p:nvSpPr>
        <p:spPr>
          <a:xfrm>
            <a:off x="7543800" y="7580439"/>
            <a:ext cx="64008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00" dirty="0">
                <a:solidFill>
                  <a:schemeClr val="tx1"/>
                </a:solidFill>
              </a:rPr>
              <a:t>© 2023 DXC Technology Company. All rights reserved.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04136C3-C0B2-4695-8464-42B084FBEA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9034" y="2856891"/>
            <a:ext cx="4612331" cy="251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805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2" name="Straight Connector 11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685800" y="639763"/>
            <a:ext cx="13258800" cy="141763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685799" y="2057399"/>
            <a:ext cx="13258799" cy="51212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0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December 22, 2023</a:t>
            </a:fld>
            <a:endParaRPr lang="en-US" sz="1100" b="0" dirty="0">
              <a:solidFill>
                <a:schemeClr val="tx1"/>
              </a:solidFill>
            </a:endParaRPr>
          </a:p>
        </p:txBody>
      </p:sp>
      <p:sp>
        <p:nvSpPr>
          <p:cNvPr id="61" name="Text Box 115"/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‹#›</a:t>
            </a:fld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62" name="Footer Placeholder 4"/>
          <p:cNvSpPr txBox="1">
            <a:spLocks/>
          </p:cNvSpPr>
          <p:nvPr userDrawn="1"/>
        </p:nvSpPr>
        <p:spPr>
          <a:xfrm>
            <a:off x="4800600" y="7580439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© 2023 DXC Technology Company. All rights reserved.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B6FF065E-2B34-4360-B045-0F02C20A28BE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85800" y="7580437"/>
            <a:ext cx="2286000" cy="25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99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7" r:id="rId2"/>
    <p:sldLayoutId id="2147483650" r:id="rId3"/>
    <p:sldLayoutId id="2147483752" r:id="rId4"/>
    <p:sldLayoutId id="2147483666" r:id="rId5"/>
    <p:sldLayoutId id="2147483652" r:id="rId6"/>
    <p:sldLayoutId id="2147483660" r:id="rId7"/>
    <p:sldLayoutId id="2147483662" r:id="rId8"/>
    <p:sldLayoutId id="2147483663" r:id="rId9"/>
    <p:sldLayoutId id="2147483806" r:id="rId10"/>
    <p:sldLayoutId id="2147483824" r:id="rId11"/>
    <p:sldLayoutId id="2147483829" r:id="rId12"/>
    <p:sldLayoutId id="2147483655" r:id="rId13"/>
    <p:sldLayoutId id="2147483692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463040" rtl="0" eaLnBrk="1" latinLnBrk="0" hangingPunct="1">
        <a:lnSpc>
          <a:spcPct val="85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463040" rtl="0" eaLnBrk="1" latinLnBrk="0" hangingPunct="1">
        <a:spcBef>
          <a:spcPts val="1200"/>
        </a:spcBef>
        <a:buFontTx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1463040" rtl="0" eaLnBrk="1" latinLnBrk="0" hangingPunct="1">
        <a:spcBef>
          <a:spcPts val="12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" indent="-228600" algn="l" defTabSz="1463040" rtl="0" eaLnBrk="1" latinLnBrk="0" hangingPunct="1">
        <a:spcBef>
          <a:spcPts val="1200"/>
        </a:spcBef>
        <a:buFont typeface="Arial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1430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002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" userDrawn="1">
          <p15:clr>
            <a:srgbClr val="F26B43"/>
          </p15:clr>
        </p15:guide>
        <p15:guide id="2" pos="4608" userDrawn="1">
          <p15:clr>
            <a:srgbClr val="F26B43"/>
          </p15:clr>
        </p15:guide>
        <p15:guide id="3" pos="432" userDrawn="1">
          <p15:clr>
            <a:srgbClr val="F26B43"/>
          </p15:clr>
        </p15:guide>
        <p15:guide id="4" pos="3024" userDrawn="1">
          <p15:clr>
            <a:srgbClr val="F26B43"/>
          </p15:clr>
        </p15:guide>
        <p15:guide id="5" pos="3312" userDrawn="1">
          <p15:clr>
            <a:srgbClr val="F26B43"/>
          </p15:clr>
        </p15:guide>
        <p15:guide id="6" pos="4464" userDrawn="1">
          <p15:clr>
            <a:srgbClr val="F26B43"/>
          </p15:clr>
        </p15:guide>
        <p15:guide id="7" pos="4752" userDrawn="1">
          <p15:clr>
            <a:srgbClr val="F26B43"/>
          </p15:clr>
        </p15:guide>
        <p15:guide id="8" pos="5904" userDrawn="1">
          <p15:clr>
            <a:srgbClr val="F26B43"/>
          </p15:clr>
        </p15:guide>
        <p15:guide id="9" pos="6192" userDrawn="1">
          <p15:clr>
            <a:srgbClr val="F26B43"/>
          </p15:clr>
        </p15:guide>
        <p15:guide id="10" pos="7488" userDrawn="1">
          <p15:clr>
            <a:srgbClr val="F26B43"/>
          </p15:clr>
        </p15:guide>
        <p15:guide id="11" pos="8784" userDrawn="1">
          <p15:clr>
            <a:srgbClr val="F26B43"/>
          </p15:clr>
        </p15:guide>
        <p15:guide id="12" orient="horz" pos="1296" userDrawn="1">
          <p15:clr>
            <a:srgbClr val="F26B43"/>
          </p15:clr>
        </p15:guide>
        <p15:guide id="13" orient="horz" pos="4522" userDrawn="1">
          <p15:clr>
            <a:srgbClr val="F26B43"/>
          </p15:clr>
        </p15:guide>
        <p15:guide id="14" orient="horz" pos="48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35680" y="630796"/>
            <a:ext cx="13163932" cy="649364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Two BES Regions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465" y="2103120"/>
            <a:ext cx="365760" cy="54864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endParaRPr lang="en-US" sz="1680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3092" y="2552608"/>
            <a:ext cx="365760" cy="54864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endParaRPr lang="en-US" sz="1680" dirty="0">
              <a:solidFill>
                <a:srgbClr val="0070C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33847" y="1663041"/>
            <a:ext cx="5693811" cy="47505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nl-BE" b="1" u="sng" dirty="0">
                <a:solidFill>
                  <a:srgbClr val="5F249F"/>
                </a:solidFill>
              </a:rPr>
              <a:t>Americas</a:t>
            </a:r>
          </a:p>
          <a:p>
            <a:pPr algn="ctr">
              <a:lnSpc>
                <a:spcPct val="90000"/>
              </a:lnSpc>
            </a:pPr>
            <a:endParaRPr lang="nl-BE" b="1" dirty="0">
              <a:solidFill>
                <a:srgbClr val="00B388"/>
              </a:solidFill>
            </a:endParaRPr>
          </a:p>
          <a:p>
            <a:pPr marL="548640" lvl="1">
              <a:lnSpc>
                <a:spcPct val="90000"/>
              </a:lnSpc>
            </a:pPr>
            <a:r>
              <a:rPr lang="nl-BE" sz="2400" b="1" dirty="0">
                <a:solidFill>
                  <a:prstClr val="black"/>
                </a:solidFill>
              </a:rPr>
              <a:t>3 Hosted Platforms</a:t>
            </a:r>
          </a:p>
          <a:p>
            <a:pPr marL="1440180" lvl="2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nl-BE" sz="1800" dirty="0">
                <a:solidFill>
                  <a:prstClr val="black"/>
                </a:solidFill>
              </a:rPr>
              <a:t>MFT </a:t>
            </a:r>
            <a:r>
              <a:rPr lang="nl-BE" sz="1600" i="1" dirty="0">
                <a:solidFill>
                  <a:prstClr val="black"/>
                </a:solidFill>
              </a:rPr>
              <a:t>(Global)</a:t>
            </a:r>
            <a:r>
              <a:rPr lang="nl-BE" sz="1800" dirty="0">
                <a:solidFill>
                  <a:prstClr val="black"/>
                </a:solidFill>
              </a:rPr>
              <a:t> </a:t>
            </a:r>
          </a:p>
          <a:p>
            <a:pPr marL="1440180" lvl="2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nl-BE" sz="1800" dirty="0">
                <a:solidFill>
                  <a:prstClr val="black"/>
                </a:solidFill>
              </a:rPr>
              <a:t>GSP</a:t>
            </a:r>
            <a:r>
              <a:rPr lang="nl-BE" sz="1600" i="1" dirty="0">
                <a:solidFill>
                  <a:prstClr val="black"/>
                </a:solidFill>
              </a:rPr>
              <a:t> - Commercial</a:t>
            </a:r>
          </a:p>
          <a:p>
            <a:pPr marL="1440180" lvl="2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nl-BE" sz="1800" dirty="0">
                <a:solidFill>
                  <a:prstClr val="black"/>
                </a:solidFill>
              </a:rPr>
              <a:t>Healthcare</a:t>
            </a:r>
          </a:p>
          <a:p>
            <a:pPr marL="548640" lvl="1">
              <a:lnSpc>
                <a:spcPct val="90000"/>
              </a:lnSpc>
            </a:pPr>
            <a:endParaRPr lang="nl-BE" sz="2400" b="1" dirty="0">
              <a:solidFill>
                <a:prstClr val="black"/>
              </a:solidFill>
            </a:endParaRPr>
          </a:p>
          <a:p>
            <a:pPr marL="548640" lvl="1">
              <a:lnSpc>
                <a:spcPct val="90000"/>
              </a:lnSpc>
            </a:pPr>
            <a:r>
              <a:rPr lang="nl-BE" sz="2400" b="1" dirty="0">
                <a:solidFill>
                  <a:prstClr val="black"/>
                </a:solidFill>
              </a:rPr>
              <a:t>2 Datacenters</a:t>
            </a:r>
          </a:p>
          <a:p>
            <a:pPr marL="1440180" lvl="2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nl-BE" sz="1800" dirty="0">
                <a:solidFill>
                  <a:prstClr val="black"/>
                </a:solidFill>
              </a:rPr>
              <a:t>Tulsa, OK</a:t>
            </a:r>
          </a:p>
          <a:p>
            <a:pPr marL="1440180" lvl="2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nl-BE" sz="1800" dirty="0">
                <a:solidFill>
                  <a:prstClr val="black"/>
                </a:solidFill>
              </a:rPr>
              <a:t>Plano, TX (DR)</a:t>
            </a:r>
          </a:p>
          <a:p>
            <a:pPr marL="548640" lvl="1">
              <a:lnSpc>
                <a:spcPct val="90000"/>
              </a:lnSpc>
            </a:pPr>
            <a:endParaRPr lang="nl-BE" sz="2400" b="1" dirty="0">
              <a:solidFill>
                <a:prstClr val="black"/>
              </a:solidFill>
            </a:endParaRPr>
          </a:p>
          <a:p>
            <a:pPr marL="548640" lvl="1">
              <a:lnSpc>
                <a:spcPct val="90000"/>
              </a:lnSpc>
            </a:pPr>
            <a:r>
              <a:rPr lang="nl-BE" sz="2400" b="1" dirty="0">
                <a:solidFill>
                  <a:prstClr val="black"/>
                </a:solidFill>
              </a:rPr>
              <a:t>1,700+ clients </a:t>
            </a:r>
          </a:p>
          <a:p>
            <a:pPr>
              <a:lnSpc>
                <a:spcPct val="90000"/>
              </a:lnSpc>
            </a:pPr>
            <a:r>
              <a:rPr lang="nl-BE" sz="3456" b="1" dirty="0">
                <a:solidFill>
                  <a:srgbClr val="00B388"/>
                </a:solidFill>
              </a:rPr>
              <a:t> 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3456" b="1" dirty="0">
              <a:solidFill>
                <a:srgbClr val="00B388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905871" y="1663041"/>
            <a:ext cx="3385673" cy="48094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nl-BE" b="1" u="sng" dirty="0">
                <a:solidFill>
                  <a:srgbClr val="5F249F"/>
                </a:solidFill>
              </a:rPr>
              <a:t>EMEA</a:t>
            </a:r>
          </a:p>
          <a:p>
            <a:pPr lvl="7" algn="ctr">
              <a:lnSpc>
                <a:spcPct val="90000"/>
              </a:lnSpc>
            </a:pPr>
            <a:endParaRPr lang="nl-BE" b="1" dirty="0"/>
          </a:p>
          <a:p>
            <a:pPr lvl="0">
              <a:lnSpc>
                <a:spcPct val="90000"/>
              </a:lnSpc>
            </a:pPr>
            <a:r>
              <a:rPr lang="nl-BE" sz="2400" b="1" dirty="0">
                <a:solidFill>
                  <a:srgbClr val="000000"/>
                </a:solidFill>
              </a:rPr>
              <a:t>1 Hosted Platform</a:t>
            </a:r>
          </a:p>
          <a:p>
            <a:pPr marL="70866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nl-BE" sz="1800" dirty="0">
                <a:solidFill>
                  <a:prstClr val="black"/>
                </a:solidFill>
              </a:rPr>
              <a:t>EMEA MS in UK</a:t>
            </a:r>
          </a:p>
          <a:p>
            <a:pPr lvl="0">
              <a:lnSpc>
                <a:spcPct val="90000"/>
              </a:lnSpc>
            </a:pPr>
            <a:endParaRPr lang="nl-BE" sz="2400" b="1" dirty="0">
              <a:solidFill>
                <a:srgbClr val="000000"/>
              </a:solidFill>
            </a:endParaRPr>
          </a:p>
          <a:p>
            <a:pPr lvl="0">
              <a:lnSpc>
                <a:spcPct val="90000"/>
              </a:lnSpc>
            </a:pPr>
            <a:r>
              <a:rPr lang="nl-BE" sz="2400" b="1" dirty="0">
                <a:solidFill>
                  <a:srgbClr val="000000"/>
                </a:solidFill>
              </a:rPr>
              <a:t>2 Datacenters</a:t>
            </a:r>
          </a:p>
          <a:p>
            <a:pPr marL="70866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nl-BE" sz="1800" dirty="0">
                <a:solidFill>
                  <a:prstClr val="black"/>
                </a:solidFill>
              </a:rPr>
              <a:t>Wynyard, UK</a:t>
            </a:r>
          </a:p>
          <a:p>
            <a:pPr marL="70866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nl-BE" sz="1800" dirty="0">
                <a:solidFill>
                  <a:prstClr val="black"/>
                </a:solidFill>
              </a:rPr>
              <a:t>Doxford, UK (DR)</a:t>
            </a:r>
          </a:p>
          <a:p>
            <a:pPr lvl="0">
              <a:lnSpc>
                <a:spcPct val="90000"/>
              </a:lnSpc>
            </a:pPr>
            <a:endParaRPr lang="nl-BE" sz="2400" b="1" dirty="0">
              <a:solidFill>
                <a:srgbClr val="000000"/>
              </a:solidFill>
            </a:endParaRPr>
          </a:p>
          <a:p>
            <a:pPr lvl="0">
              <a:lnSpc>
                <a:spcPct val="90000"/>
              </a:lnSpc>
            </a:pPr>
            <a:r>
              <a:rPr lang="nl-BE" sz="2400" b="1" dirty="0">
                <a:solidFill>
                  <a:srgbClr val="000000"/>
                </a:solidFill>
              </a:rPr>
              <a:t>35+ clients 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3456" b="1" dirty="0">
              <a:solidFill>
                <a:srgbClr val="00B388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 cstate="print">
            <a:duotone>
              <a:srgbClr val="FFFFFF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10"/>
          <a:stretch/>
        </p:blipFill>
        <p:spPr>
          <a:xfrm>
            <a:off x="3343390" y="2560556"/>
            <a:ext cx="6466001" cy="34046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78437" y="3599252"/>
            <a:ext cx="932935" cy="1980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 defTabSz="457200">
              <a:lnSpc>
                <a:spcPct val="90000"/>
              </a:lnSpc>
            </a:pPr>
            <a:r>
              <a:rPr lang="en-US" sz="1200" dirty="0">
                <a:solidFill>
                  <a:prstClr val="black"/>
                </a:solidFill>
                <a:latin typeface="HP Simplified"/>
              </a:rPr>
              <a:t>Toronto, 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6012" y="3931072"/>
            <a:ext cx="932935" cy="1980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 defTabSz="457200">
              <a:lnSpc>
                <a:spcPct val="90000"/>
              </a:lnSpc>
            </a:pPr>
            <a:r>
              <a:rPr lang="en-US" sz="1200" dirty="0">
                <a:solidFill>
                  <a:prstClr val="black"/>
                </a:solidFill>
                <a:latin typeface="HP Simplified"/>
              </a:rPr>
              <a:t>Tulsa, 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8013" y="4028267"/>
            <a:ext cx="663682" cy="1980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457200">
              <a:lnSpc>
                <a:spcPct val="90000"/>
              </a:lnSpc>
            </a:pPr>
            <a:r>
              <a:rPr lang="en-US" sz="1200" dirty="0">
                <a:solidFill>
                  <a:prstClr val="black"/>
                </a:solidFill>
                <a:latin typeface="HP Simplified"/>
              </a:rPr>
              <a:t>Plano, TX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4974" y="3460465"/>
            <a:ext cx="932935" cy="1980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457200">
              <a:lnSpc>
                <a:spcPct val="90000"/>
              </a:lnSpc>
            </a:pPr>
            <a:r>
              <a:rPr lang="en-US" sz="1200" dirty="0">
                <a:solidFill>
                  <a:prstClr val="black"/>
                </a:solidFill>
                <a:latin typeface="HP Simplified"/>
              </a:rPr>
              <a:t>Wynyard Park, UK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94294" y="3745952"/>
            <a:ext cx="932935" cy="1980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457200">
              <a:lnSpc>
                <a:spcPct val="90000"/>
              </a:lnSpc>
            </a:pPr>
            <a:r>
              <a:rPr lang="en-US" sz="1200" dirty="0">
                <a:solidFill>
                  <a:prstClr val="black"/>
                </a:solidFill>
                <a:latin typeface="HP Simplified"/>
              </a:rPr>
              <a:t>Warrington, UK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8704" y="3611421"/>
            <a:ext cx="932935" cy="1980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457200">
              <a:lnSpc>
                <a:spcPct val="90000"/>
              </a:lnSpc>
            </a:pPr>
            <a:r>
              <a:rPr lang="en-US" sz="1200" dirty="0">
                <a:solidFill>
                  <a:prstClr val="black"/>
                </a:solidFill>
                <a:latin typeface="HP Simplified"/>
              </a:rPr>
              <a:t>Mechelen, 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6173" y="3778863"/>
            <a:ext cx="932935" cy="1980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457200">
              <a:lnSpc>
                <a:spcPct val="90000"/>
              </a:lnSpc>
            </a:pPr>
            <a:r>
              <a:rPr lang="en-US" sz="1200" dirty="0">
                <a:solidFill>
                  <a:prstClr val="black"/>
                </a:solidFill>
                <a:latin typeface="HP Simplified"/>
              </a:rPr>
              <a:t>Böblingen, 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9208" y="4193933"/>
            <a:ext cx="932935" cy="1980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457200">
              <a:lnSpc>
                <a:spcPct val="90000"/>
              </a:lnSpc>
            </a:pPr>
            <a:r>
              <a:rPr lang="en-US" sz="1200" dirty="0">
                <a:solidFill>
                  <a:prstClr val="black"/>
                </a:solidFill>
                <a:latin typeface="HP Simplified"/>
              </a:rPr>
              <a:t>India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189" y="3995838"/>
            <a:ext cx="932935" cy="1980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457200">
              <a:lnSpc>
                <a:spcPct val="90000"/>
              </a:lnSpc>
            </a:pPr>
            <a:r>
              <a:rPr lang="en-US" sz="1200" dirty="0">
                <a:solidFill>
                  <a:prstClr val="black"/>
                </a:solidFill>
                <a:latin typeface="HP Simplified"/>
              </a:rPr>
              <a:t>Zaragoza, ES</a:t>
            </a:r>
          </a:p>
        </p:txBody>
      </p:sp>
      <p:sp>
        <p:nvSpPr>
          <p:cNvPr id="22" name="Oval 21"/>
          <p:cNvSpPr/>
          <p:nvPr/>
        </p:nvSpPr>
        <p:spPr>
          <a:xfrm>
            <a:off x="4948139" y="3763880"/>
            <a:ext cx="129360" cy="129360"/>
          </a:xfrm>
          <a:prstGeom prst="ellipse">
            <a:avLst/>
          </a:prstGeom>
          <a:solidFill>
            <a:srgbClr val="0096D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P Simplified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822491" y="3843261"/>
            <a:ext cx="129360" cy="129360"/>
          </a:xfrm>
          <a:prstGeom prst="ellipse">
            <a:avLst/>
          </a:prstGeom>
          <a:solidFill>
            <a:srgbClr val="0096D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P Simplified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608947" y="3944909"/>
            <a:ext cx="129360" cy="129360"/>
          </a:xfrm>
          <a:prstGeom prst="ellipse">
            <a:avLst/>
          </a:prstGeom>
          <a:solidFill>
            <a:srgbClr val="F0533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P Simplified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4610868" y="4043946"/>
            <a:ext cx="129360" cy="129360"/>
          </a:xfrm>
          <a:prstGeom prst="ellipse">
            <a:avLst/>
          </a:prstGeom>
          <a:solidFill>
            <a:srgbClr val="0096D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P Simplified"/>
              <a:ea typeface="+mn-ea"/>
              <a:cs typeface="+mn-c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503617" y="4048853"/>
            <a:ext cx="129360" cy="129360"/>
          </a:xfrm>
          <a:prstGeom prst="ellipse">
            <a:avLst/>
          </a:prstGeom>
          <a:solidFill>
            <a:srgbClr val="F0533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P Simplified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5999637" y="5614814"/>
            <a:ext cx="129360" cy="129360"/>
          </a:xfrm>
          <a:prstGeom prst="ellipse">
            <a:avLst/>
          </a:prstGeom>
          <a:solidFill>
            <a:srgbClr val="0096D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P Simplified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5999637" y="5816985"/>
            <a:ext cx="129360" cy="129360"/>
          </a:xfrm>
          <a:prstGeom prst="ellipse">
            <a:avLst/>
          </a:prstGeom>
          <a:solidFill>
            <a:srgbClr val="F0533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P Simplified"/>
              <a:ea typeface="+mn-ea"/>
              <a:cs typeface="+mn-cs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291412" y="3550556"/>
            <a:ext cx="129360" cy="129360"/>
          </a:xfrm>
          <a:prstGeom prst="ellipse">
            <a:avLst/>
          </a:prstGeom>
          <a:solidFill>
            <a:srgbClr val="F0533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P Simplified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91540" y="5588145"/>
            <a:ext cx="932935" cy="1980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457200">
              <a:lnSpc>
                <a:spcPct val="90000"/>
              </a:lnSpc>
              <a:spcBef>
                <a:spcPts val="450"/>
              </a:spcBef>
            </a:pPr>
            <a:r>
              <a:rPr lang="en-US" sz="1200" dirty="0">
                <a:solidFill>
                  <a:prstClr val="black"/>
                </a:solidFill>
                <a:latin typeface="HP Simplified"/>
              </a:rPr>
              <a:t>BES Delivery Center</a:t>
            </a:r>
          </a:p>
          <a:p>
            <a:pPr defTabSz="457200">
              <a:lnSpc>
                <a:spcPct val="90000"/>
              </a:lnSpc>
              <a:spcBef>
                <a:spcPts val="450"/>
              </a:spcBef>
            </a:pPr>
            <a:r>
              <a:rPr lang="en-US" sz="1200" dirty="0">
                <a:solidFill>
                  <a:prstClr val="black"/>
                </a:solidFill>
                <a:latin typeface="HP Simplified"/>
              </a:rPr>
              <a:t>BES Data Center</a:t>
            </a:r>
          </a:p>
        </p:txBody>
      </p:sp>
      <p:sp>
        <p:nvSpPr>
          <p:cNvPr id="31" name="Oval 30"/>
          <p:cNvSpPr/>
          <p:nvPr/>
        </p:nvSpPr>
        <p:spPr>
          <a:xfrm>
            <a:off x="6252610" y="3639467"/>
            <a:ext cx="129360" cy="129360"/>
          </a:xfrm>
          <a:prstGeom prst="ellipse">
            <a:avLst/>
          </a:prstGeom>
          <a:solidFill>
            <a:srgbClr val="0096D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P Simplified"/>
              <a:ea typeface="+mn-ea"/>
              <a:cs typeface="+mn-cs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6453776" y="3629839"/>
            <a:ext cx="129360" cy="129360"/>
          </a:xfrm>
          <a:prstGeom prst="ellipse">
            <a:avLst/>
          </a:prstGeom>
          <a:solidFill>
            <a:srgbClr val="0096D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P Simplified"/>
              <a:ea typeface="+mn-ea"/>
              <a:cs typeface="+mn-cs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6510844" y="3721868"/>
            <a:ext cx="129360" cy="129360"/>
          </a:xfrm>
          <a:prstGeom prst="ellipse">
            <a:avLst/>
          </a:prstGeom>
          <a:solidFill>
            <a:srgbClr val="0096D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P Simplified"/>
              <a:ea typeface="+mn-ea"/>
              <a:cs typeface="+mn-c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705629" y="4348814"/>
            <a:ext cx="129360" cy="129360"/>
          </a:xfrm>
          <a:prstGeom prst="ellipse">
            <a:avLst/>
          </a:prstGeom>
          <a:solidFill>
            <a:srgbClr val="0096D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P Simplified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6281177" y="3889366"/>
            <a:ext cx="129360" cy="129360"/>
          </a:xfrm>
          <a:prstGeom prst="ellipse">
            <a:avLst/>
          </a:prstGeom>
          <a:solidFill>
            <a:srgbClr val="0096D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P Simplified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305406" y="4262893"/>
            <a:ext cx="932935" cy="1980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457200">
              <a:lnSpc>
                <a:spcPct val="90000"/>
              </a:lnSpc>
            </a:pPr>
            <a:r>
              <a:rPr lang="en-US" sz="1200" dirty="0">
                <a:solidFill>
                  <a:prstClr val="black"/>
                </a:solidFill>
                <a:latin typeface="HP Simplified"/>
              </a:rPr>
              <a:t>Houston, TX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5675" y="4465986"/>
            <a:ext cx="932935" cy="1980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457200">
              <a:lnSpc>
                <a:spcPct val="90000"/>
              </a:lnSpc>
            </a:pPr>
            <a:r>
              <a:rPr lang="en-US" sz="1200" dirty="0">
                <a:solidFill>
                  <a:prstClr val="black"/>
                </a:solidFill>
                <a:latin typeface="HP Simplified"/>
              </a:rPr>
              <a:t>Singapore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5834980" y="1380928"/>
            <a:ext cx="0" cy="5824103"/>
          </a:xfrm>
          <a:prstGeom prst="line">
            <a:avLst/>
          </a:prstGeom>
          <a:ln w="38100">
            <a:solidFill>
              <a:srgbClr val="00C9FF"/>
            </a:solidFill>
            <a:prstDash val="lgDashDot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4586575" y="4155342"/>
            <a:ext cx="129360" cy="129360"/>
          </a:xfrm>
          <a:prstGeom prst="ellipse">
            <a:avLst/>
          </a:prstGeom>
          <a:solidFill>
            <a:srgbClr val="0096D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P Simplified"/>
              <a:ea typeface="+mn-ea"/>
              <a:cs typeface="+mn-c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8166555" y="4632272"/>
            <a:ext cx="129360" cy="129360"/>
          </a:xfrm>
          <a:prstGeom prst="ellipse">
            <a:avLst/>
          </a:prstGeom>
          <a:solidFill>
            <a:srgbClr val="0096D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P Simplified"/>
              <a:ea typeface="+mn-ea"/>
              <a:cs typeface="+mn-c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BFA93FE-8A84-453F-A1CA-0F3D83F7B18D}"/>
              </a:ext>
            </a:extLst>
          </p:cNvPr>
          <p:cNvSpPr/>
          <p:nvPr/>
        </p:nvSpPr>
        <p:spPr>
          <a:xfrm>
            <a:off x="6206523" y="3485876"/>
            <a:ext cx="129360" cy="129360"/>
          </a:xfrm>
          <a:prstGeom prst="ellipse">
            <a:avLst/>
          </a:prstGeom>
          <a:solidFill>
            <a:srgbClr val="F0533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P Simplified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6C5255-E49E-4F7E-831F-1B0BE00D3947}"/>
              </a:ext>
            </a:extLst>
          </p:cNvPr>
          <p:cNvSpPr txBox="1"/>
          <p:nvPr/>
        </p:nvSpPr>
        <p:spPr>
          <a:xfrm>
            <a:off x="5811800" y="3327785"/>
            <a:ext cx="789446" cy="1980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457200">
              <a:lnSpc>
                <a:spcPct val="90000"/>
              </a:lnSpc>
            </a:pPr>
            <a:r>
              <a:rPr lang="en-US" sz="1200" dirty="0">
                <a:solidFill>
                  <a:prstClr val="black"/>
                </a:solidFill>
                <a:latin typeface="HP Simplified"/>
              </a:rPr>
              <a:t>Doxford, UK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3C9B5F5-2B2A-4BA8-B3D8-2333D2E8BF57}"/>
              </a:ext>
            </a:extLst>
          </p:cNvPr>
          <p:cNvSpPr/>
          <p:nvPr/>
        </p:nvSpPr>
        <p:spPr>
          <a:xfrm>
            <a:off x="6154327" y="3585511"/>
            <a:ext cx="129360" cy="129360"/>
          </a:xfrm>
          <a:prstGeom prst="ellipse">
            <a:avLst/>
          </a:prstGeom>
          <a:solidFill>
            <a:srgbClr val="0096D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P Simplified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4C12846-06C3-426E-AB18-F8199D4DA5A7}"/>
              </a:ext>
            </a:extLst>
          </p:cNvPr>
          <p:cNvSpPr txBox="1"/>
          <p:nvPr/>
        </p:nvSpPr>
        <p:spPr>
          <a:xfrm>
            <a:off x="5711787" y="3548625"/>
            <a:ext cx="467160" cy="1980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457200">
              <a:lnSpc>
                <a:spcPct val="90000"/>
              </a:lnSpc>
            </a:pPr>
            <a:r>
              <a:rPr lang="en-US" sz="1200" dirty="0">
                <a:solidFill>
                  <a:prstClr val="black"/>
                </a:solidFill>
                <a:latin typeface="HP Simplified"/>
              </a:rPr>
              <a:t>Ireland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F80A17-FFC4-4169-8D05-B1105A7E20F6}"/>
              </a:ext>
            </a:extLst>
          </p:cNvPr>
          <p:cNvSpPr txBox="1"/>
          <p:nvPr/>
        </p:nvSpPr>
        <p:spPr>
          <a:xfrm>
            <a:off x="3885694" y="3771231"/>
            <a:ext cx="932935" cy="1980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 defTabSz="457200">
              <a:lnSpc>
                <a:spcPct val="90000"/>
              </a:lnSpc>
            </a:pPr>
            <a:r>
              <a:rPr lang="en-US" sz="1200" dirty="0">
                <a:solidFill>
                  <a:prstClr val="black"/>
                </a:solidFill>
                <a:latin typeface="HP Simplified"/>
              </a:rPr>
              <a:t>Auburn Hills, MI</a:t>
            </a:r>
          </a:p>
        </p:txBody>
      </p:sp>
    </p:spTree>
    <p:extLst>
      <p:ext uri="{BB962C8B-B14F-4D97-AF65-F5344CB8AC3E}">
        <p14:creationId xmlns:p14="http://schemas.microsoft.com/office/powerpoint/2010/main" val="1414039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XC">
  <a:themeElements>
    <a:clrScheme name="DXC New Brand Palette">
      <a:dk1>
        <a:srgbClr val="000000"/>
      </a:dk1>
      <a:lt1>
        <a:srgbClr val="FFFFFF"/>
      </a:lt1>
      <a:dk2>
        <a:srgbClr val="D9D9D6"/>
      </a:dk2>
      <a:lt2>
        <a:srgbClr val="FFCD00"/>
      </a:lt2>
      <a:accent1>
        <a:srgbClr val="5F249F"/>
      </a:accent1>
      <a:accent2>
        <a:srgbClr val="00968F"/>
      </a:accent2>
      <a:accent3>
        <a:srgbClr val="00A3E1"/>
      </a:accent3>
      <a:accent4>
        <a:srgbClr val="006975"/>
      </a:accent4>
      <a:accent5>
        <a:srgbClr val="6CC24A"/>
      </a:accent5>
      <a:accent6>
        <a:srgbClr val="ED9B33"/>
      </a:accent6>
      <a:hlink>
        <a:srgbClr val="000000"/>
      </a:hlink>
      <a:folHlink>
        <a:srgbClr val="666666"/>
      </a:folHlink>
    </a:clrScheme>
    <a:fontScheme name="DX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X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/>
      <a:style>
        <a:lnRef idx="0">
          <a:schemeClr val="accent1"/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400"/>
          </a:spcAft>
          <a:defRPr sz="2000" dirty="0"/>
        </a:defPPr>
      </a:lstStyle>
    </a:txDef>
  </a:objectDefaults>
  <a:extraClrSchemeLst/>
  <a:custClrLst>
    <a:custClr name="DXC Bright Purple">
      <a:srgbClr val="5F249F"/>
    </a:custClr>
    <a:custClr name="White">
      <a:srgbClr val="FFFFFF"/>
    </a:custClr>
    <a:custClr name="DXC Light Gray">
      <a:srgbClr val="D9D9D6"/>
    </a:custClr>
    <a:custClr name="DXC Medium Gray">
      <a:srgbClr val="969696"/>
    </a:custClr>
    <a:custClr name="DXC Dark Gray">
      <a:srgbClr val="63666A"/>
    </a:custClr>
    <a:custClr name="Black">
      <a:srgbClr val="000000"/>
    </a:custClr>
    <a:custClr name="DXC Bright Teal">
      <a:srgbClr val="00968F"/>
    </a:custClr>
    <a:custClr name="DXC Blue">
      <a:srgbClr val="00A3E1"/>
    </a:custClr>
    <a:custClr name="DXC Dark Teal">
      <a:srgbClr val="006975"/>
    </a:custClr>
    <a:custClr name="DXC Green">
      <a:srgbClr val="6CC24A"/>
    </a:custClr>
    <a:custClr name="DXC Orange">
      <a:srgbClr val="ED9B33"/>
    </a:custClr>
    <a:custClr name="DXC Gold">
      <a:srgbClr val="FFCD00"/>
    </a:custClr>
    <a:custClr name="DXC Dark Purple">
      <a:srgbClr val="330072"/>
    </a:custClr>
    <a:custClr name="DXC Yellow">
      <a:srgbClr val="F9F048"/>
    </a:custClr>
  </a:custClrLst>
  <a:extLst>
    <a:ext uri="{05A4C25C-085E-4340-85A3-A5531E510DB2}">
      <thm15:themeFamily xmlns:thm15="http://schemas.microsoft.com/office/thememl/2012/main" name="Presentation14" id="{ADF4E08F-6A9F-4DEC-B3C4-A0DE901E4FB5}" vid="{C7099796-88DF-4C34-958B-7A6E40E7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SP_6075a-21_Purple Tab Shape Template_051921</Template>
  <TotalTime>156</TotalTime>
  <Words>97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HP Simplified</vt:lpstr>
      <vt:lpstr>DXC</vt:lpstr>
      <vt:lpstr>Two BES Regions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is Arial Bold 54pt, up to three lines</dc:title>
  <dc:subject/>
  <dc:creator>Dilling, Judy</dc:creator>
  <cp:keywords/>
  <dc:description/>
  <cp:lastModifiedBy>Bassett, Michael</cp:lastModifiedBy>
  <cp:revision>2</cp:revision>
  <dcterms:created xsi:type="dcterms:W3CDTF">2021-06-09T12:09:18Z</dcterms:created>
  <dcterms:modified xsi:type="dcterms:W3CDTF">2023-12-22T18:47:32Z</dcterms:modified>
  <cp:category/>
</cp:coreProperties>
</file>